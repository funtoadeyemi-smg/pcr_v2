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7"/>
    <p:restoredTop sz="94538"/>
  </p:normalViewPr>
  <p:slideViewPr>
    <p:cSldViewPr snapToGrid="0">
      <p:cViewPr>
        <p:scale>
          <a:sx n="91" d="100"/>
          <a:sy n="91" d="100"/>
        </p:scale>
        <p:origin x="49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0AD12-E4A9-B4AA-D4BA-B3F35AA26F90}"/>
              </a:ext>
            </a:extLst>
          </p:cNvPr>
          <p:cNvSpPr txBox="1"/>
          <p:nvPr/>
        </p:nvSpPr>
        <p:spPr>
          <a:xfrm>
            <a:off x="1524000" y="685800"/>
            <a:ext cx="91440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{table_of_contents_picture}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 p/w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}%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{meta_est_freq}p/w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}%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 p/w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{pin_est_freq}p/w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8812</TotalTime>
  <Words>6066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12</cp:revision>
  <dcterms:created xsi:type="dcterms:W3CDTF">2025-11-20T14:08:04Z</dcterms:created>
  <dcterms:modified xsi:type="dcterms:W3CDTF">2026-01-08T11:00:03Z</dcterms:modified>
</cp:coreProperties>
</file>