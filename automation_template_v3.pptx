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</p:sldIdLst>
  <p:sldSz cx="12192000" cy="6858000"/>
  <p:notesSz cx="6858000" cy="9144000"/>
  <p:embeddedFontLst>
    <p:embeddedFont>
      <p:font typeface="Montserrat" pitchFamily="2" charset="77"/>
      <p:regular r:id="rId33"/>
      <p:bold r:id="rId34"/>
      <p:italic r:id="rId35"/>
      <p:boldItalic r:id="rId36"/>
    </p:embeddedFont>
    <p:embeddedFont>
      <p:font typeface="Montserrat ExtraLight" panose="020F0302020204030204" pitchFamily="34" charset="0"/>
      <p:regular r:id="rId37"/>
      <p:bold r:id="rId38"/>
      <p:italic r:id="rId39"/>
      <p:boldItalic r:id="rId40"/>
    </p:embeddedFont>
    <p:embeddedFont>
      <p:font typeface="Montserrat Light" panose="020F0302020204030204" pitchFamily="34" charset="0"/>
      <p:regular r:id="rId41"/>
      <p:bold r:id="rId42"/>
      <p:italic r:id="rId43"/>
      <p:boldItalic r:id="rId44"/>
    </p:embeddedFont>
    <p:embeddedFont>
      <p:font typeface="Montserrat SemiBold" panose="020F0502020204030204" pitchFamily="34" charset="0"/>
      <p:regular r:id="rId45"/>
      <p:bold r:id="rId46"/>
      <p:italic r:id="rId47"/>
      <p:boldItalic r:id="rId48"/>
    </p:embeddedFont>
    <p:embeddedFont>
      <p:font typeface="Poppins" pitchFamily="2" charset="77"/>
      <p:regular r:id="rId49"/>
      <p:bold r:id="rId50"/>
      <p:italic r:id="rId51"/>
      <p:boldItalic r:id="rId52"/>
    </p:embeddedFont>
    <p:embeddedFont>
      <p:font typeface="Poppins Light" panose="020B0604020202020204" pitchFamily="34" charset="0"/>
      <p:regular r:id="rId53"/>
      <p:bold r:id="rId54"/>
      <p:italic r:id="rId55"/>
      <p:boldItalic r:id="rId56"/>
    </p:embeddedFont>
    <p:embeddedFont>
      <p:font typeface="Poppins Medium" panose="020B0604020202020204" pitchFamily="34" charset="0"/>
      <p:regular r:id="rId57"/>
      <p:bold r:id="rId58"/>
      <p:italic r:id="rId59"/>
      <p:boldItalic r:id="rId60"/>
    </p:embeddedFont>
    <p:embeddedFont>
      <p:font typeface="Poppins SemiBold" panose="020B0604020202020204" pitchFamily="34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iQzAUpBOSwNixtybldRkuf+fb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F13819-0FB3-4FF0-865E-20A2FF3AEDF7}">
  <a:tblStyle styleId="{E9F13819-0FB3-4FF0-865E-20A2FF3AEDF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9"/>
    <p:restoredTop sz="94658"/>
  </p:normalViewPr>
  <p:slideViewPr>
    <p:cSldViewPr snapToGrid="0">
      <p:cViewPr varScale="1">
        <p:scale>
          <a:sx n="120" d="100"/>
          <a:sy n="12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63" Type="http://schemas.openxmlformats.org/officeDocument/2006/relationships/font" Target="fonts/font3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font" Target="fonts/font26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2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64" Type="http://schemas.openxmlformats.org/officeDocument/2006/relationships/font" Target="fonts/font32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font" Target="fonts/font27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62" Type="http://schemas.openxmlformats.org/officeDocument/2006/relationships/font" Target="fonts/font30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font" Target="fonts/font2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60" Type="http://schemas.openxmlformats.org/officeDocument/2006/relationships/font" Target="fonts/font28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7.fntdata"/><Relationship Id="rId34" Type="http://schemas.openxmlformats.org/officeDocument/2006/relationships/font" Target="fonts/font2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Relationship Id="rId7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8" name="Google Shape;5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39cd19c857_1_4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696" name="Google Shape;696;g339cd19c857_1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5" name="Google Shape;705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39cd19c857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711" name="Google Shape;711;g339cd19c857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3c9240afdf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3c9240afdf_0_6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g33c9240afdf_0_6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8" name="Google Shape;728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39d57e8f9a_0_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2" name="Google Shape;742;g339d57e8f9a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39cd19c857_1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g339cd19c857_1_4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9" name="Google Shape;749;g339cd19c857_1_4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1" name="Google Shape;771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2" name="Google Shape;772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39d57e8f9a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39d57e8f9a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1" name="Google Shape;791;g339d57e8f9a_0_2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39cd19c857_1_4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6" name="Google Shape;796;g339cd19c857_1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updated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39cd19c857_1_6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0" name="Google Shape;870;g339cd19c857_1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20" name="Google Shape;9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39cd19c857_1_8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28" name="Google Shape;928;g339cd19c857_1_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5" name="Google Shape;9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">
  <p:cSld name="6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3c9240afdf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33c9240afdf_0_4"/>
          <p:cNvSpPr txBox="1">
            <a:spLocks noGrp="1"/>
          </p:cNvSpPr>
          <p:nvPr>
            <p:ph type="title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6" name="Google Shape;16;g33c9240afdf_0_4"/>
          <p:cNvSpPr txBox="1">
            <a:spLocks noGrp="1"/>
          </p:cNvSpPr>
          <p:nvPr>
            <p:ph type="title" idx="2"/>
          </p:nvPr>
        </p:nvSpPr>
        <p:spPr>
          <a:xfrm>
            <a:off x="625767" y="1987167"/>
            <a:ext cx="108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17" name="Google Shape;17;g33c9240afdf_0_4"/>
          <p:cNvSpPr txBox="1">
            <a:spLocks noGrp="1"/>
          </p:cNvSpPr>
          <p:nvPr>
            <p:ph type="title" idx="3"/>
          </p:nvPr>
        </p:nvSpPr>
        <p:spPr>
          <a:xfrm>
            <a:off x="1871700" y="2088467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8" name="Google Shape;18;g33c9240afdf_0_4"/>
          <p:cNvSpPr txBox="1">
            <a:spLocks noGrp="1"/>
          </p:cNvSpPr>
          <p:nvPr>
            <p:ph type="title" idx="4"/>
          </p:nvPr>
        </p:nvSpPr>
        <p:spPr>
          <a:xfrm>
            <a:off x="1871700" y="4212000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9" name="Google Shape;19;g33c9240afdf_0_4"/>
          <p:cNvSpPr txBox="1">
            <a:spLocks noGrp="1"/>
          </p:cNvSpPr>
          <p:nvPr>
            <p:ph type="title" idx="5"/>
          </p:nvPr>
        </p:nvSpPr>
        <p:spPr>
          <a:xfrm>
            <a:off x="5511133" y="2088467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0" name="Google Shape;20;g33c9240afdf_0_4"/>
          <p:cNvSpPr txBox="1">
            <a:spLocks noGrp="1"/>
          </p:cNvSpPr>
          <p:nvPr>
            <p:ph type="title" idx="6"/>
          </p:nvPr>
        </p:nvSpPr>
        <p:spPr>
          <a:xfrm>
            <a:off x="5511133" y="4212000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1" name="Google Shape;21;g33c9240afdf_0_4"/>
          <p:cNvSpPr txBox="1">
            <a:spLocks noGrp="1"/>
          </p:cNvSpPr>
          <p:nvPr>
            <p:ph type="title" idx="7"/>
          </p:nvPr>
        </p:nvSpPr>
        <p:spPr>
          <a:xfrm>
            <a:off x="9150567" y="2088467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2" name="Google Shape;22;g33c9240afdf_0_4"/>
          <p:cNvSpPr txBox="1">
            <a:spLocks noGrp="1"/>
          </p:cNvSpPr>
          <p:nvPr>
            <p:ph type="title" idx="8"/>
          </p:nvPr>
        </p:nvSpPr>
        <p:spPr>
          <a:xfrm>
            <a:off x="9150567" y="4212000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3" name="Google Shape;23;g33c9240afdf_0_4"/>
          <p:cNvSpPr/>
          <p:nvPr/>
        </p:nvSpPr>
        <p:spPr>
          <a:xfrm rot="5400000">
            <a:off x="832950" y="613850"/>
            <a:ext cx="249600" cy="1938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g33c9240afdf_0_4"/>
          <p:cNvSpPr txBox="1">
            <a:spLocks noGrp="1"/>
          </p:cNvSpPr>
          <p:nvPr>
            <p:ph type="title" idx="9"/>
          </p:nvPr>
        </p:nvSpPr>
        <p:spPr>
          <a:xfrm>
            <a:off x="475668" y="41107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25" name="Google Shape;25;g33c9240afdf_0_4"/>
          <p:cNvSpPr txBox="1">
            <a:spLocks noGrp="1"/>
          </p:cNvSpPr>
          <p:nvPr>
            <p:ph type="title" idx="13"/>
          </p:nvPr>
        </p:nvSpPr>
        <p:spPr>
          <a:xfrm>
            <a:off x="4348049" y="1987167"/>
            <a:ext cx="108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26" name="Google Shape;26;g33c9240afdf_0_4"/>
          <p:cNvSpPr txBox="1">
            <a:spLocks noGrp="1"/>
          </p:cNvSpPr>
          <p:nvPr>
            <p:ph type="title" idx="14"/>
          </p:nvPr>
        </p:nvSpPr>
        <p:spPr>
          <a:xfrm>
            <a:off x="4265201" y="4110700"/>
            <a:ext cx="108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27" name="Google Shape;27;g33c9240afdf_0_4"/>
          <p:cNvSpPr txBox="1">
            <a:spLocks noGrp="1"/>
          </p:cNvSpPr>
          <p:nvPr>
            <p:ph type="title" idx="15"/>
          </p:nvPr>
        </p:nvSpPr>
        <p:spPr>
          <a:xfrm>
            <a:off x="8070333" y="1987167"/>
            <a:ext cx="108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28" name="Google Shape;28;g33c9240afdf_0_4"/>
          <p:cNvSpPr txBox="1">
            <a:spLocks noGrp="1"/>
          </p:cNvSpPr>
          <p:nvPr>
            <p:ph type="title" idx="16"/>
          </p:nvPr>
        </p:nvSpPr>
        <p:spPr>
          <a:xfrm>
            <a:off x="7904635" y="4110700"/>
            <a:ext cx="12459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40" name="Google Shape;40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41" name="Google Shape;41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43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Google Shape;44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al">
  <p:cSld name="2 Teal">
    <p:bg>
      <p:bgPr>
        <a:solidFill>
          <a:srgbClr val="06A796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c9240afdf_0_55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" name="Google Shape;66;g33c9240afdf_0_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3c9240afdf_0_55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8" name="Google Shape;68;g33c9240afdf_0_55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Orange">
  <p:cSld name="2 Orange">
    <p:bg>
      <p:bgPr>
        <a:solidFill>
          <a:srgbClr val="D18554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c9240afdf_0_65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" name="Google Shape;76;g33c9240afdf_0_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3c9240afdf_0_65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8" name="Google Shape;78;g33c9240afdf_0_65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" name="Google Shape;81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83" name="Google Shape;83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>
  <p:cSld name="3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c9240afdf_0_75"/>
          <p:cNvSpPr/>
          <p:nvPr/>
        </p:nvSpPr>
        <p:spPr>
          <a:xfrm>
            <a:off x="9247800" y="27379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" name="Google Shape;86;g33c9240afdf_0_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3c9240afdf_0_75"/>
          <p:cNvSpPr/>
          <p:nvPr/>
        </p:nvSpPr>
        <p:spPr>
          <a:xfrm>
            <a:off x="6358167" y="5041267"/>
            <a:ext cx="10227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g33c9240afdf_0_75"/>
          <p:cNvSpPr>
            <a:spLocks noGrp="1"/>
          </p:cNvSpPr>
          <p:nvPr>
            <p:ph type="pic" idx="2"/>
          </p:nvPr>
        </p:nvSpPr>
        <p:spPr>
          <a:xfrm>
            <a:off x="6902800" y="1987167"/>
            <a:ext cx="3257100" cy="37281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3c9240afdf_0_75"/>
          <p:cNvSpPr txBox="1">
            <a:spLocks noGrp="1"/>
          </p:cNvSpPr>
          <p:nvPr>
            <p:ph type="title"/>
          </p:nvPr>
        </p:nvSpPr>
        <p:spPr>
          <a:xfrm>
            <a:off x="887700" y="650333"/>
            <a:ext cx="109683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90" name="Google Shape;90;g33c9240afdf_0_75"/>
          <p:cNvSpPr txBox="1">
            <a:spLocks noGrp="1"/>
          </p:cNvSpPr>
          <p:nvPr>
            <p:ph type="title" idx="3"/>
          </p:nvPr>
        </p:nvSpPr>
        <p:spPr>
          <a:xfrm>
            <a:off x="887700" y="1939167"/>
            <a:ext cx="50907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1900"/>
              <a:buFont typeface="Poppins Light"/>
              <a:buNone/>
              <a:defRPr sz="1900" b="0">
                <a:solidFill>
                  <a:srgbClr val="1B185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1" name="Google Shape;91;g33c9240afdf_0_75"/>
          <p:cNvSpPr txBox="1">
            <a:spLocks noGrp="1"/>
          </p:cNvSpPr>
          <p:nvPr>
            <p:ph type="title" idx="4"/>
          </p:nvPr>
        </p:nvSpPr>
        <p:spPr>
          <a:xfrm>
            <a:off x="887700" y="3909467"/>
            <a:ext cx="509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92" name="Google Shape;92;g33c9240afdf_0_75"/>
          <p:cNvSpPr txBox="1">
            <a:spLocks noGrp="1"/>
          </p:cNvSpPr>
          <p:nvPr>
            <p:ph type="title" idx="5"/>
          </p:nvPr>
        </p:nvSpPr>
        <p:spPr>
          <a:xfrm>
            <a:off x="887700" y="4383867"/>
            <a:ext cx="50907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1900"/>
              <a:buFont typeface="Poppins Light"/>
              <a:buNone/>
              <a:defRPr sz="1900" b="0">
                <a:solidFill>
                  <a:srgbClr val="1B185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3" name="Google Shape;93;g33c9240afdf_0_75"/>
          <p:cNvSpPr/>
          <p:nvPr/>
        </p:nvSpPr>
        <p:spPr>
          <a:xfrm rot="5400000">
            <a:off x="832950" y="613850"/>
            <a:ext cx="249600" cy="1938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c9240afdf_0_85"/>
          <p:cNvSpPr/>
          <p:nvPr/>
        </p:nvSpPr>
        <p:spPr>
          <a:xfrm>
            <a:off x="6604000" y="2110467"/>
            <a:ext cx="4766400" cy="248700"/>
          </a:xfrm>
          <a:prstGeom prst="roundRect">
            <a:avLst>
              <a:gd name="adj" fmla="val 5000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6" name="Google Shape;96;g33c9240afdf_0_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3c9240afdf_0_85"/>
          <p:cNvSpPr txBox="1">
            <a:spLocks noGrp="1"/>
          </p:cNvSpPr>
          <p:nvPr>
            <p:ph type="title"/>
          </p:nvPr>
        </p:nvSpPr>
        <p:spPr>
          <a:xfrm>
            <a:off x="887700" y="650333"/>
            <a:ext cx="109683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98" name="Google Shape;98;g33c9240afdf_0_85"/>
          <p:cNvSpPr txBox="1">
            <a:spLocks noGrp="1"/>
          </p:cNvSpPr>
          <p:nvPr>
            <p:ph type="title" idx="2"/>
          </p:nvPr>
        </p:nvSpPr>
        <p:spPr>
          <a:xfrm>
            <a:off x="887700" y="1939167"/>
            <a:ext cx="50907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1900"/>
              <a:buFont typeface="Poppins Light"/>
              <a:buNone/>
              <a:defRPr sz="1900" b="0">
                <a:solidFill>
                  <a:srgbClr val="1B185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9" name="Google Shape;99;g33c9240afdf_0_85"/>
          <p:cNvSpPr txBox="1">
            <a:spLocks noGrp="1"/>
          </p:cNvSpPr>
          <p:nvPr>
            <p:ph type="title" idx="3"/>
          </p:nvPr>
        </p:nvSpPr>
        <p:spPr>
          <a:xfrm>
            <a:off x="887700" y="3909467"/>
            <a:ext cx="509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0" name="Google Shape;100;g33c9240afdf_0_85"/>
          <p:cNvSpPr txBox="1">
            <a:spLocks noGrp="1"/>
          </p:cNvSpPr>
          <p:nvPr>
            <p:ph type="title" idx="4"/>
          </p:nvPr>
        </p:nvSpPr>
        <p:spPr>
          <a:xfrm>
            <a:off x="887700" y="4383867"/>
            <a:ext cx="50907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1900"/>
              <a:buFont typeface="Poppins Light"/>
              <a:buNone/>
              <a:defRPr sz="1900" b="0">
                <a:solidFill>
                  <a:srgbClr val="1B185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1" name="Google Shape;101;g33c9240afdf_0_85"/>
          <p:cNvSpPr txBox="1">
            <a:spLocks noGrp="1"/>
          </p:cNvSpPr>
          <p:nvPr>
            <p:ph type="title" idx="5"/>
          </p:nvPr>
        </p:nvSpPr>
        <p:spPr>
          <a:xfrm>
            <a:off x="6723533" y="2621400"/>
            <a:ext cx="48996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4000"/>
              <a:buNone/>
              <a:defRPr sz="4000">
                <a:solidFill>
                  <a:srgbClr val="06A79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">
  <p:cSld name="5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3c9240afdf_0_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3c9240afdf_0_93"/>
          <p:cNvSpPr txBox="1">
            <a:spLocks noGrp="1"/>
          </p:cNvSpPr>
          <p:nvPr>
            <p:ph type="title"/>
          </p:nvPr>
        </p:nvSpPr>
        <p:spPr>
          <a:xfrm>
            <a:off x="642465" y="1389500"/>
            <a:ext cx="8878800" cy="4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6400"/>
              <a:buNone/>
              <a:defRPr sz="6400">
                <a:solidFill>
                  <a:srgbClr val="06A796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Blue">
  <p:cSld name="5 Blue">
    <p:bg>
      <p:bgPr>
        <a:solidFill>
          <a:srgbClr val="201D5C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3c9240afdf_0_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3c9240afdf_0_96"/>
          <p:cNvSpPr txBox="1">
            <a:spLocks noGrp="1"/>
          </p:cNvSpPr>
          <p:nvPr>
            <p:ph type="title"/>
          </p:nvPr>
        </p:nvSpPr>
        <p:spPr>
          <a:xfrm>
            <a:off x="642467" y="1389500"/>
            <a:ext cx="6275100" cy="51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g33c9240afdf_0_96"/>
          <p:cNvSpPr>
            <a:spLocks noGrp="1"/>
          </p:cNvSpPr>
          <p:nvPr>
            <p:ph type="pic" idx="2"/>
          </p:nvPr>
        </p:nvSpPr>
        <p:spPr>
          <a:xfrm>
            <a:off x="7551567" y="1305933"/>
            <a:ext cx="3846000" cy="3846000"/>
          </a:xfrm>
          <a:prstGeom prst="ellipse">
            <a:avLst/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">
  <p:cSld name="7">
    <p:bg>
      <p:bgPr>
        <a:solidFill>
          <a:srgbClr val="201D5C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3c9240afdf_0_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3c9240afdf_0_100"/>
          <p:cNvSpPr txBox="1">
            <a:spLocks noGrp="1"/>
          </p:cNvSpPr>
          <p:nvPr>
            <p:ph type="title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">
  <p:cSld name="8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c9240afdf_0_103"/>
          <p:cNvSpPr/>
          <p:nvPr/>
        </p:nvSpPr>
        <p:spPr>
          <a:xfrm>
            <a:off x="6096000" y="-10933"/>
            <a:ext cx="6112800" cy="6875700"/>
          </a:xfrm>
          <a:prstGeom prst="rect">
            <a:avLst/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g33c9240afdf_0_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3c9240afdf_0_103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50535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16" name="Google Shape;116;g33c9240afdf_0_103"/>
          <p:cNvSpPr txBox="1">
            <a:spLocks noGrp="1"/>
          </p:cNvSpPr>
          <p:nvPr>
            <p:ph type="title" idx="2"/>
          </p:nvPr>
        </p:nvSpPr>
        <p:spPr>
          <a:xfrm>
            <a:off x="782667" y="2183833"/>
            <a:ext cx="4408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17" name="Google Shape;117;g33c9240afdf_0_103"/>
          <p:cNvSpPr txBox="1">
            <a:spLocks noGrp="1"/>
          </p:cNvSpPr>
          <p:nvPr>
            <p:ph type="title" idx="3"/>
          </p:nvPr>
        </p:nvSpPr>
        <p:spPr>
          <a:xfrm>
            <a:off x="6878800" y="2183833"/>
            <a:ext cx="427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18" name="Google Shape;118;g33c9240afdf_0_103"/>
          <p:cNvSpPr/>
          <p:nvPr/>
        </p:nvSpPr>
        <p:spPr>
          <a:xfrm>
            <a:off x="6593667" y="6084833"/>
            <a:ext cx="9267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g33c9240afdf_0_103"/>
          <p:cNvSpPr/>
          <p:nvPr/>
        </p:nvSpPr>
        <p:spPr>
          <a:xfrm rot="5400000">
            <a:off x="1035950" y="755983"/>
            <a:ext cx="249600" cy="234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g33c9240afdf_0_103"/>
          <p:cNvSpPr/>
          <p:nvPr/>
        </p:nvSpPr>
        <p:spPr>
          <a:xfrm rot="5400000">
            <a:off x="254917" y="5818183"/>
            <a:ext cx="249600" cy="782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g33c9240afdf_0_103"/>
          <p:cNvSpPr/>
          <p:nvPr/>
        </p:nvSpPr>
        <p:spPr>
          <a:xfrm rot="-5400000">
            <a:off x="11559017" y="634483"/>
            <a:ext cx="249600" cy="1053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g33c9240afdf_0_103"/>
          <p:cNvPicPr preferRelativeResize="0"/>
          <p:nvPr/>
        </p:nvPicPr>
        <p:blipFill rotWithShape="1">
          <a:blip r:embed="rId3">
            <a:alphaModFix/>
          </a:blip>
          <a:srcRect r="95365"/>
          <a:stretch/>
        </p:blipFill>
        <p:spPr>
          <a:xfrm>
            <a:off x="11885433" y="5254367"/>
            <a:ext cx="320798" cy="2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Teal">
  <p:cSld name="9 Teal"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c9240afdf_0_114"/>
          <p:cNvSpPr/>
          <p:nvPr/>
        </p:nvSpPr>
        <p:spPr>
          <a:xfrm>
            <a:off x="6096000" y="-10933"/>
            <a:ext cx="6112800" cy="6875700"/>
          </a:xfrm>
          <a:prstGeom prst="rect">
            <a:avLst/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g33c9240afdf_0_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3c9240afdf_0_114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49065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27" name="Google Shape;127;g33c9240afdf_0_114"/>
          <p:cNvSpPr txBox="1">
            <a:spLocks noGrp="1"/>
          </p:cNvSpPr>
          <p:nvPr>
            <p:ph type="title" idx="2"/>
          </p:nvPr>
        </p:nvSpPr>
        <p:spPr>
          <a:xfrm>
            <a:off x="782667" y="1941067"/>
            <a:ext cx="3970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8" name="Google Shape;128;g33c9240afdf_0_114"/>
          <p:cNvSpPr/>
          <p:nvPr/>
        </p:nvSpPr>
        <p:spPr>
          <a:xfrm>
            <a:off x="6593667" y="6084833"/>
            <a:ext cx="9267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3c9240afdf_0_114"/>
          <p:cNvSpPr/>
          <p:nvPr/>
        </p:nvSpPr>
        <p:spPr>
          <a:xfrm>
            <a:off x="5442200" y="4067800"/>
            <a:ext cx="39708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g33c9240afdf_0_114"/>
          <p:cNvSpPr txBox="1">
            <a:spLocks noGrp="1"/>
          </p:cNvSpPr>
          <p:nvPr>
            <p:ph type="title" idx="3"/>
          </p:nvPr>
        </p:nvSpPr>
        <p:spPr>
          <a:xfrm>
            <a:off x="6711233" y="4446433"/>
            <a:ext cx="3392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1" name="Google Shape;131;g33c9240afdf_0_114"/>
          <p:cNvSpPr/>
          <p:nvPr/>
        </p:nvSpPr>
        <p:spPr>
          <a:xfrm rot="-5400000">
            <a:off x="11559017" y="634483"/>
            <a:ext cx="249600" cy="1053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g33c9240afdf_0_114"/>
          <p:cNvSpPr/>
          <p:nvPr/>
        </p:nvSpPr>
        <p:spPr>
          <a:xfrm>
            <a:off x="4432133" y="300767"/>
            <a:ext cx="22791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g33c9240afdf_0_114"/>
          <p:cNvSpPr txBox="1">
            <a:spLocks noGrp="1"/>
          </p:cNvSpPr>
          <p:nvPr>
            <p:ph type="title" idx="4"/>
          </p:nvPr>
        </p:nvSpPr>
        <p:spPr>
          <a:xfrm>
            <a:off x="6711233" y="1515233"/>
            <a:ext cx="5934300" cy="29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00"/>
              <a:buNone/>
              <a:defRPr sz="17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34" name="Google Shape;134;g33c9240afdf_0_114"/>
          <p:cNvPicPr preferRelativeResize="0"/>
          <p:nvPr/>
        </p:nvPicPr>
        <p:blipFill rotWithShape="1">
          <a:blip r:embed="rId3">
            <a:alphaModFix/>
          </a:blip>
          <a:srcRect r="95365"/>
          <a:stretch/>
        </p:blipFill>
        <p:spPr>
          <a:xfrm>
            <a:off x="11885433" y="5254367"/>
            <a:ext cx="320798" cy="2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Blue">
  <p:cSld name="9 Blue"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c9240afdf_0_126"/>
          <p:cNvSpPr/>
          <p:nvPr/>
        </p:nvSpPr>
        <p:spPr>
          <a:xfrm>
            <a:off x="6096000" y="-10933"/>
            <a:ext cx="6112800" cy="6875700"/>
          </a:xfrm>
          <a:prstGeom prst="rect">
            <a:avLst/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g33c9240afdf_0_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3c9240afdf_0_126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50169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9" name="Google Shape;139;g33c9240afdf_0_126"/>
          <p:cNvSpPr txBox="1">
            <a:spLocks noGrp="1"/>
          </p:cNvSpPr>
          <p:nvPr>
            <p:ph type="title" idx="2"/>
          </p:nvPr>
        </p:nvSpPr>
        <p:spPr>
          <a:xfrm>
            <a:off x="782667" y="1941067"/>
            <a:ext cx="3970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 Light"/>
              <a:buNone/>
              <a:defRPr sz="19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0" name="Google Shape;140;g33c9240afdf_0_126"/>
          <p:cNvSpPr txBox="1">
            <a:spLocks noGrp="1"/>
          </p:cNvSpPr>
          <p:nvPr>
            <p:ph type="title" idx="3"/>
          </p:nvPr>
        </p:nvSpPr>
        <p:spPr>
          <a:xfrm>
            <a:off x="6711233" y="4446433"/>
            <a:ext cx="3392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1" name="Google Shape;141;g33c9240afdf_0_126"/>
          <p:cNvSpPr/>
          <p:nvPr/>
        </p:nvSpPr>
        <p:spPr>
          <a:xfrm>
            <a:off x="5121500" y="6092467"/>
            <a:ext cx="22188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g33c9240afdf_0_126"/>
          <p:cNvSpPr/>
          <p:nvPr/>
        </p:nvSpPr>
        <p:spPr>
          <a:xfrm>
            <a:off x="5428700" y="3668800"/>
            <a:ext cx="3970800" cy="248700"/>
          </a:xfrm>
          <a:prstGeom prst="roundRect">
            <a:avLst>
              <a:gd name="adj" fmla="val 5000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3c9240afdf_0_126"/>
          <p:cNvSpPr/>
          <p:nvPr/>
        </p:nvSpPr>
        <p:spPr>
          <a:xfrm rot="-5400000">
            <a:off x="11559017" y="634483"/>
            <a:ext cx="249600" cy="1053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3c9240afdf_0_126"/>
          <p:cNvSpPr/>
          <p:nvPr/>
        </p:nvSpPr>
        <p:spPr>
          <a:xfrm rot="-5400000">
            <a:off x="11511300" y="4215017"/>
            <a:ext cx="249600" cy="114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g33c9240afdf_0_126"/>
          <p:cNvSpPr/>
          <p:nvPr/>
        </p:nvSpPr>
        <p:spPr>
          <a:xfrm>
            <a:off x="9135867" y="555700"/>
            <a:ext cx="26151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g33c9240afdf_0_126"/>
          <p:cNvSpPr txBox="1">
            <a:spLocks noGrp="1"/>
          </p:cNvSpPr>
          <p:nvPr>
            <p:ph type="title" idx="4"/>
          </p:nvPr>
        </p:nvSpPr>
        <p:spPr>
          <a:xfrm>
            <a:off x="6193200" y="1063967"/>
            <a:ext cx="5934300" cy="29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00"/>
              <a:buNone/>
              <a:defRPr sz="17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">
  <p:cSld name="10">
    <p:bg>
      <p:bgPr>
        <a:solidFill>
          <a:srgbClr val="201D5C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c9240afdf_0_138"/>
          <p:cNvSpPr>
            <a:spLocks noGrp="1"/>
          </p:cNvSpPr>
          <p:nvPr>
            <p:ph type="pic" idx="2"/>
          </p:nvPr>
        </p:nvSpPr>
        <p:spPr>
          <a:xfrm>
            <a:off x="956100" y="1285833"/>
            <a:ext cx="4706700" cy="43020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49" name="Google Shape;149;g33c9240afdf_0_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3c9240afdf_0_138"/>
          <p:cNvSpPr txBox="1">
            <a:spLocks noGrp="1"/>
          </p:cNvSpPr>
          <p:nvPr>
            <p:ph type="title"/>
          </p:nvPr>
        </p:nvSpPr>
        <p:spPr>
          <a:xfrm>
            <a:off x="6711233" y="4446433"/>
            <a:ext cx="3968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 Medium"/>
              <a:buNone/>
              <a:defRPr b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51" name="Google Shape;151;g33c9240afdf_0_138"/>
          <p:cNvSpPr/>
          <p:nvPr/>
        </p:nvSpPr>
        <p:spPr>
          <a:xfrm>
            <a:off x="9153467" y="486300"/>
            <a:ext cx="25977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g33c9240afdf_0_138"/>
          <p:cNvSpPr/>
          <p:nvPr/>
        </p:nvSpPr>
        <p:spPr>
          <a:xfrm>
            <a:off x="5662900" y="6008600"/>
            <a:ext cx="18453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g33c9240afdf_0_138"/>
          <p:cNvSpPr/>
          <p:nvPr/>
        </p:nvSpPr>
        <p:spPr>
          <a:xfrm rot="-5400000">
            <a:off x="11502650" y="4241450"/>
            <a:ext cx="249600" cy="116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3c9240afdf_0_138"/>
          <p:cNvSpPr txBox="1">
            <a:spLocks noGrp="1"/>
          </p:cNvSpPr>
          <p:nvPr>
            <p:ph type="title" idx="3"/>
          </p:nvPr>
        </p:nvSpPr>
        <p:spPr>
          <a:xfrm>
            <a:off x="6711233" y="1515233"/>
            <a:ext cx="5934300" cy="29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00"/>
              <a:buNone/>
              <a:defRPr sz="17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g33c9240afdf_0_138"/>
          <p:cNvSpPr/>
          <p:nvPr/>
        </p:nvSpPr>
        <p:spPr>
          <a:xfrm>
            <a:off x="4904333" y="4067800"/>
            <a:ext cx="4508700" cy="2487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">
  <p:cSld name="11">
    <p:bg>
      <p:bgPr>
        <a:solidFill>
          <a:srgbClr val="201D5C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c9240afdf_0_147"/>
          <p:cNvSpPr/>
          <p:nvPr/>
        </p:nvSpPr>
        <p:spPr>
          <a:xfrm>
            <a:off x="8362700" y="2786267"/>
            <a:ext cx="3174300" cy="248700"/>
          </a:xfrm>
          <a:prstGeom prst="roundRect">
            <a:avLst>
              <a:gd name="adj" fmla="val 5000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g33c9240afdf_0_147"/>
          <p:cNvSpPr>
            <a:spLocks noGrp="1"/>
          </p:cNvSpPr>
          <p:nvPr>
            <p:ph type="pic" idx="2"/>
          </p:nvPr>
        </p:nvSpPr>
        <p:spPr>
          <a:xfrm>
            <a:off x="6878800" y="2024800"/>
            <a:ext cx="3329100" cy="3702300"/>
          </a:xfrm>
          <a:prstGeom prst="roundRect">
            <a:avLst>
              <a:gd name="adj" fmla="val 9836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59" name="Google Shape;159;g33c9240afdf_0_1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3c9240afdf_0_147"/>
          <p:cNvSpPr/>
          <p:nvPr/>
        </p:nvSpPr>
        <p:spPr>
          <a:xfrm>
            <a:off x="6347300" y="5083767"/>
            <a:ext cx="10431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g33c9240afdf_0_147"/>
          <p:cNvSpPr txBox="1">
            <a:spLocks noGrp="1"/>
          </p:cNvSpPr>
          <p:nvPr>
            <p:ph type="title"/>
          </p:nvPr>
        </p:nvSpPr>
        <p:spPr>
          <a:xfrm>
            <a:off x="881767" y="686567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62" name="Google Shape;162;g33c9240afdf_0_147"/>
          <p:cNvSpPr txBox="1">
            <a:spLocks noGrp="1"/>
          </p:cNvSpPr>
          <p:nvPr>
            <p:ph type="title" idx="3"/>
          </p:nvPr>
        </p:nvSpPr>
        <p:spPr>
          <a:xfrm>
            <a:off x="881767" y="1939167"/>
            <a:ext cx="5090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63" name="Google Shape;163;g33c9240afdf_0_147"/>
          <p:cNvSpPr txBox="1">
            <a:spLocks noGrp="1"/>
          </p:cNvSpPr>
          <p:nvPr>
            <p:ph type="title" idx="4"/>
          </p:nvPr>
        </p:nvSpPr>
        <p:spPr>
          <a:xfrm>
            <a:off x="881767" y="3909467"/>
            <a:ext cx="509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g33c9240afdf_0_147"/>
          <p:cNvSpPr txBox="1">
            <a:spLocks noGrp="1"/>
          </p:cNvSpPr>
          <p:nvPr>
            <p:ph type="title" idx="5"/>
          </p:nvPr>
        </p:nvSpPr>
        <p:spPr>
          <a:xfrm>
            <a:off x="881767" y="4383867"/>
            <a:ext cx="5090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65" name="Google Shape;165;g33c9240afdf_0_147"/>
          <p:cNvSpPr/>
          <p:nvPr/>
        </p:nvSpPr>
        <p:spPr>
          <a:xfrm rot="5400000">
            <a:off x="825383" y="657583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">
  <p:cSld name="12">
    <p:bg>
      <p:bgPr>
        <a:solidFill>
          <a:srgbClr val="201D5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c9240afdf_0_157"/>
          <p:cNvSpPr/>
          <p:nvPr/>
        </p:nvSpPr>
        <p:spPr>
          <a:xfrm>
            <a:off x="987767" y="3570800"/>
            <a:ext cx="2276400" cy="516900"/>
          </a:xfrm>
          <a:prstGeom prst="roundRect">
            <a:avLst>
              <a:gd name="adj" fmla="val 5000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g33c9240afdf_0_157"/>
          <p:cNvSpPr/>
          <p:nvPr/>
        </p:nvSpPr>
        <p:spPr>
          <a:xfrm>
            <a:off x="7565533" y="4793400"/>
            <a:ext cx="3174300" cy="248700"/>
          </a:xfrm>
          <a:prstGeom prst="roundRect">
            <a:avLst>
              <a:gd name="adj" fmla="val 5000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g33c9240afdf_0_157"/>
          <p:cNvSpPr>
            <a:spLocks noGrp="1"/>
          </p:cNvSpPr>
          <p:nvPr>
            <p:ph type="pic" idx="2"/>
          </p:nvPr>
        </p:nvSpPr>
        <p:spPr>
          <a:xfrm>
            <a:off x="6434451" y="2183833"/>
            <a:ext cx="3614700" cy="41499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70" name="Google Shape;170;g33c9240afdf_0_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3c9240afdf_0_157"/>
          <p:cNvSpPr txBox="1">
            <a:spLocks noGrp="1"/>
          </p:cNvSpPr>
          <p:nvPr>
            <p:ph type="title"/>
          </p:nvPr>
        </p:nvSpPr>
        <p:spPr>
          <a:xfrm>
            <a:off x="1128033" y="3428833"/>
            <a:ext cx="21360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g33c9240afdf_0_157"/>
          <p:cNvSpPr txBox="1">
            <a:spLocks noGrp="1"/>
          </p:cNvSpPr>
          <p:nvPr>
            <p:ph type="title" idx="3"/>
          </p:nvPr>
        </p:nvSpPr>
        <p:spPr>
          <a:xfrm>
            <a:off x="1175967" y="4298400"/>
            <a:ext cx="4787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g33c9240afdf_0_157"/>
          <p:cNvSpPr/>
          <p:nvPr/>
        </p:nvSpPr>
        <p:spPr>
          <a:xfrm rot="5400000">
            <a:off x="825383" y="657583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g33c9240afdf_0_157"/>
          <p:cNvPicPr preferRelativeResize="0"/>
          <p:nvPr/>
        </p:nvPicPr>
        <p:blipFill rotWithShape="1">
          <a:blip r:embed="rId3">
            <a:alphaModFix/>
          </a:blip>
          <a:srcRect r="79019"/>
          <a:stretch/>
        </p:blipFill>
        <p:spPr>
          <a:xfrm>
            <a:off x="10739933" y="828033"/>
            <a:ext cx="1452068" cy="2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3c9240afdf_0_157"/>
          <p:cNvSpPr>
            <a:spLocks noGrp="1"/>
          </p:cNvSpPr>
          <p:nvPr>
            <p:ph type="pic" idx="4"/>
          </p:nvPr>
        </p:nvSpPr>
        <p:spPr>
          <a:xfrm>
            <a:off x="3604500" y="472800"/>
            <a:ext cx="3614700" cy="3614700"/>
          </a:xfrm>
          <a:prstGeom prst="ellipse">
            <a:avLst/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">
  <p:cSld name="13">
    <p:bg>
      <p:bgPr>
        <a:solidFill>
          <a:srgbClr val="201D5C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c9240afdf_0_167"/>
          <p:cNvSpPr/>
          <p:nvPr/>
        </p:nvSpPr>
        <p:spPr>
          <a:xfrm>
            <a:off x="4052800" y="5241600"/>
            <a:ext cx="25593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g33c9240afdf_0_167"/>
          <p:cNvSpPr/>
          <p:nvPr/>
        </p:nvSpPr>
        <p:spPr>
          <a:xfrm>
            <a:off x="182867" y="2899433"/>
            <a:ext cx="25593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g33c9240afdf_0_16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g33c9240afdf_0_167"/>
          <p:cNvSpPr>
            <a:spLocks noGrp="1"/>
          </p:cNvSpPr>
          <p:nvPr>
            <p:ph type="pic" idx="2"/>
          </p:nvPr>
        </p:nvSpPr>
        <p:spPr>
          <a:xfrm>
            <a:off x="3234900" y="790767"/>
            <a:ext cx="2853600" cy="5343600"/>
          </a:xfrm>
          <a:prstGeom prst="roundRect">
            <a:avLst>
              <a:gd name="adj" fmla="val 15671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3c9240afdf_0_167"/>
          <p:cNvSpPr>
            <a:spLocks noGrp="1"/>
          </p:cNvSpPr>
          <p:nvPr>
            <p:ph type="pic" idx="3"/>
          </p:nvPr>
        </p:nvSpPr>
        <p:spPr>
          <a:xfrm>
            <a:off x="718867" y="4277267"/>
            <a:ext cx="2192400" cy="1940400"/>
          </a:xfrm>
          <a:prstGeom prst="roundRect">
            <a:avLst>
              <a:gd name="adj" fmla="val 23225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3c9240afdf_0_167"/>
          <p:cNvSpPr>
            <a:spLocks noGrp="1"/>
          </p:cNvSpPr>
          <p:nvPr>
            <p:ph type="pic" idx="4"/>
          </p:nvPr>
        </p:nvSpPr>
        <p:spPr>
          <a:xfrm>
            <a:off x="718867" y="790767"/>
            <a:ext cx="2192400" cy="3175200"/>
          </a:xfrm>
          <a:prstGeom prst="roundRect">
            <a:avLst>
              <a:gd name="adj" fmla="val 15671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3c9240afdf_0_167"/>
          <p:cNvSpPr txBox="1">
            <a:spLocks noGrp="1"/>
          </p:cNvSpPr>
          <p:nvPr>
            <p:ph type="title"/>
          </p:nvPr>
        </p:nvSpPr>
        <p:spPr>
          <a:xfrm>
            <a:off x="6581333" y="1115667"/>
            <a:ext cx="50907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84" name="Google Shape;184;g33c9240afdf_0_167"/>
          <p:cNvSpPr txBox="1">
            <a:spLocks noGrp="1"/>
          </p:cNvSpPr>
          <p:nvPr>
            <p:ph type="title" idx="5"/>
          </p:nvPr>
        </p:nvSpPr>
        <p:spPr>
          <a:xfrm>
            <a:off x="6581333" y="2313651"/>
            <a:ext cx="509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g33c9240afdf_0_167"/>
          <p:cNvSpPr txBox="1">
            <a:spLocks noGrp="1"/>
          </p:cNvSpPr>
          <p:nvPr>
            <p:ph type="title" idx="6"/>
          </p:nvPr>
        </p:nvSpPr>
        <p:spPr>
          <a:xfrm>
            <a:off x="6581333" y="2854217"/>
            <a:ext cx="5090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86" name="Google Shape;186;g33c9240afdf_0_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3c9240afdf_0_167"/>
          <p:cNvSpPr/>
          <p:nvPr/>
        </p:nvSpPr>
        <p:spPr>
          <a:xfrm rot="-5400000">
            <a:off x="11046950" y="-101769"/>
            <a:ext cx="249600" cy="2078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g33c9240afdf_0_167"/>
          <p:cNvSpPr/>
          <p:nvPr/>
        </p:nvSpPr>
        <p:spPr>
          <a:xfrm rot="5400000">
            <a:off x="825383" y="4855817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">
  <p:cSld name="14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3c9240afdf_0_1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3c9240afdf_0_180"/>
          <p:cNvSpPr txBox="1">
            <a:spLocks noGrp="1"/>
          </p:cNvSpPr>
          <p:nvPr>
            <p:ph type="title"/>
          </p:nvPr>
        </p:nvSpPr>
        <p:spPr>
          <a:xfrm>
            <a:off x="622633" y="1799133"/>
            <a:ext cx="6030600" cy="3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2A7D"/>
              </a:buClr>
              <a:buSzPts val="6400"/>
              <a:buNone/>
              <a:defRPr sz="6400">
                <a:solidFill>
                  <a:srgbClr val="B12A7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2" name="Google Shape;192;g33c9240afdf_0_180"/>
          <p:cNvSpPr txBox="1">
            <a:spLocks noGrp="1"/>
          </p:cNvSpPr>
          <p:nvPr>
            <p:ph type="title" idx="2"/>
          </p:nvPr>
        </p:nvSpPr>
        <p:spPr>
          <a:xfrm>
            <a:off x="7106233" y="737767"/>
            <a:ext cx="5934300" cy="29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17900"/>
              <a:buNone/>
              <a:defRPr sz="17900">
                <a:solidFill>
                  <a:srgbClr val="06A7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endParaRPr/>
          </a:p>
        </p:txBody>
      </p:sp>
      <p:sp>
        <p:nvSpPr>
          <p:cNvPr id="193" name="Google Shape;193;g33c9240afdf_0_180"/>
          <p:cNvSpPr txBox="1">
            <a:spLocks noGrp="1"/>
          </p:cNvSpPr>
          <p:nvPr>
            <p:ph type="title" idx="3"/>
          </p:nvPr>
        </p:nvSpPr>
        <p:spPr>
          <a:xfrm>
            <a:off x="7106233" y="3134400"/>
            <a:ext cx="77439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g33c9240afdf_0_180"/>
          <p:cNvSpPr txBox="1">
            <a:spLocks noGrp="1"/>
          </p:cNvSpPr>
          <p:nvPr>
            <p:ph type="title" idx="4"/>
          </p:nvPr>
        </p:nvSpPr>
        <p:spPr>
          <a:xfrm>
            <a:off x="7106233" y="3849500"/>
            <a:ext cx="42780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Medium"/>
              <a:buNone/>
              <a:defRPr b="0">
                <a:solidFill>
                  <a:srgbClr val="201D5C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">
  <p:cSld name="16">
    <p:bg>
      <p:bgPr>
        <a:solidFill>
          <a:srgbClr val="201D5C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c9240afdf_0_186"/>
          <p:cNvSpPr/>
          <p:nvPr/>
        </p:nvSpPr>
        <p:spPr>
          <a:xfrm rot="-5400000">
            <a:off x="11811717" y="4971517"/>
            <a:ext cx="249600" cy="548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g33c9240afdf_0_186"/>
          <p:cNvSpPr/>
          <p:nvPr/>
        </p:nvSpPr>
        <p:spPr>
          <a:xfrm rot="5400000">
            <a:off x="825383" y="455750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g33c9240afdf_0_186"/>
          <p:cNvSpPr/>
          <p:nvPr/>
        </p:nvSpPr>
        <p:spPr>
          <a:xfrm>
            <a:off x="7688567" y="3247200"/>
            <a:ext cx="2559300" cy="2487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3c9240afdf_0_186"/>
          <p:cNvSpPr/>
          <p:nvPr/>
        </p:nvSpPr>
        <p:spPr>
          <a:xfrm>
            <a:off x="4310367" y="4748800"/>
            <a:ext cx="25593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g33c9240afdf_0_18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g33c9240afdf_0_186"/>
          <p:cNvSpPr>
            <a:spLocks noGrp="1"/>
          </p:cNvSpPr>
          <p:nvPr>
            <p:ph type="pic" idx="2"/>
          </p:nvPr>
        </p:nvSpPr>
        <p:spPr>
          <a:xfrm>
            <a:off x="9306733" y="257967"/>
            <a:ext cx="2638800" cy="5264400"/>
          </a:xfrm>
          <a:prstGeom prst="roundRect">
            <a:avLst>
              <a:gd name="adj" fmla="val 15671"/>
            </a:avLst>
          </a:prstGeom>
          <a:solidFill>
            <a:srgbClr val="D8D8D8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3c9240afdf_0_186"/>
          <p:cNvSpPr>
            <a:spLocks noGrp="1"/>
          </p:cNvSpPr>
          <p:nvPr>
            <p:ph type="pic" idx="3"/>
          </p:nvPr>
        </p:nvSpPr>
        <p:spPr>
          <a:xfrm>
            <a:off x="5382967" y="257967"/>
            <a:ext cx="3580800" cy="3730800"/>
          </a:xfrm>
          <a:prstGeom prst="roundRect">
            <a:avLst>
              <a:gd name="adj" fmla="val 13152"/>
            </a:avLst>
          </a:prstGeom>
          <a:solidFill>
            <a:srgbClr val="D8D8D8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3c9240afdf_0_186"/>
          <p:cNvSpPr>
            <a:spLocks noGrp="1"/>
          </p:cNvSpPr>
          <p:nvPr>
            <p:ph type="pic" idx="4"/>
          </p:nvPr>
        </p:nvSpPr>
        <p:spPr>
          <a:xfrm>
            <a:off x="357200" y="257967"/>
            <a:ext cx="4682700" cy="3730800"/>
          </a:xfrm>
          <a:prstGeom prst="roundRect">
            <a:avLst>
              <a:gd name="adj" fmla="val 12233"/>
            </a:avLst>
          </a:prstGeom>
          <a:solidFill>
            <a:srgbClr val="D8D8D8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3c9240afdf_0_186"/>
          <p:cNvSpPr>
            <a:spLocks noGrp="1"/>
          </p:cNvSpPr>
          <p:nvPr>
            <p:ph type="pic" idx="5"/>
          </p:nvPr>
        </p:nvSpPr>
        <p:spPr>
          <a:xfrm>
            <a:off x="5382967" y="4333867"/>
            <a:ext cx="3580800" cy="2274300"/>
          </a:xfrm>
          <a:prstGeom prst="roundRect">
            <a:avLst>
              <a:gd name="adj" fmla="val 13152"/>
            </a:avLst>
          </a:prstGeom>
          <a:solidFill>
            <a:srgbClr val="D8D8D8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3c9240afdf_0_186"/>
          <p:cNvSpPr txBox="1">
            <a:spLocks noGrp="1"/>
          </p:cNvSpPr>
          <p:nvPr>
            <p:ph type="title"/>
          </p:nvPr>
        </p:nvSpPr>
        <p:spPr>
          <a:xfrm>
            <a:off x="357200" y="4385217"/>
            <a:ext cx="100059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6" name="Google Shape;206;g33c9240afdf_0_186"/>
          <p:cNvSpPr txBox="1">
            <a:spLocks noGrp="1"/>
          </p:cNvSpPr>
          <p:nvPr>
            <p:ph type="title" idx="6"/>
          </p:nvPr>
        </p:nvSpPr>
        <p:spPr>
          <a:xfrm>
            <a:off x="357200" y="5151067"/>
            <a:ext cx="50907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Light"/>
              <a:buNone/>
              <a:defRPr sz="40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pic>
        <p:nvPicPr>
          <p:cNvPr id="207" name="Google Shape;207;g33c9240afdf_0_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">
  <p:cSld name="17">
    <p:bg>
      <p:bgPr>
        <a:solidFill>
          <a:srgbClr val="201D5C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c9240afdf_0_199"/>
          <p:cNvSpPr/>
          <p:nvPr/>
        </p:nvSpPr>
        <p:spPr>
          <a:xfrm rot="5400000">
            <a:off x="825383" y="455750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g33c9240afdf_0_199"/>
          <p:cNvSpPr/>
          <p:nvPr/>
        </p:nvSpPr>
        <p:spPr>
          <a:xfrm>
            <a:off x="6989267" y="5939467"/>
            <a:ext cx="2559300" cy="2487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g33c9240afdf_0_1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g33c9240afdf_0_199"/>
          <p:cNvSpPr>
            <a:spLocks noGrp="1"/>
          </p:cNvSpPr>
          <p:nvPr>
            <p:ph type="pic" idx="2"/>
          </p:nvPr>
        </p:nvSpPr>
        <p:spPr>
          <a:xfrm>
            <a:off x="5382967" y="2778133"/>
            <a:ext cx="3580800" cy="3830100"/>
          </a:xfrm>
          <a:prstGeom prst="roundRect">
            <a:avLst>
              <a:gd name="adj" fmla="val 13152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3c9240afdf_0_199"/>
          <p:cNvSpPr>
            <a:spLocks noGrp="1"/>
          </p:cNvSpPr>
          <p:nvPr>
            <p:ph type="pic" idx="3"/>
          </p:nvPr>
        </p:nvSpPr>
        <p:spPr>
          <a:xfrm>
            <a:off x="357200" y="257967"/>
            <a:ext cx="4682700" cy="3730800"/>
          </a:xfrm>
          <a:prstGeom prst="roundRect">
            <a:avLst>
              <a:gd name="adj" fmla="val 12233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3c9240afdf_0_199"/>
          <p:cNvSpPr>
            <a:spLocks noGrp="1"/>
          </p:cNvSpPr>
          <p:nvPr>
            <p:ph type="pic" idx="4"/>
          </p:nvPr>
        </p:nvSpPr>
        <p:spPr>
          <a:xfrm>
            <a:off x="5382967" y="257967"/>
            <a:ext cx="3615300" cy="2202900"/>
          </a:xfrm>
          <a:prstGeom prst="roundRect">
            <a:avLst>
              <a:gd name="adj" fmla="val 13152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3c9240afdf_0_199"/>
          <p:cNvSpPr/>
          <p:nvPr/>
        </p:nvSpPr>
        <p:spPr>
          <a:xfrm>
            <a:off x="9306733" y="711200"/>
            <a:ext cx="2615700" cy="2615700"/>
          </a:xfrm>
          <a:prstGeom prst="ellipse">
            <a:avLst/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g33c9240afdf_0_199"/>
          <p:cNvSpPr>
            <a:spLocks noGrp="1"/>
          </p:cNvSpPr>
          <p:nvPr>
            <p:ph type="pic" idx="5"/>
          </p:nvPr>
        </p:nvSpPr>
        <p:spPr>
          <a:xfrm>
            <a:off x="357200" y="4302133"/>
            <a:ext cx="4682700" cy="2298900"/>
          </a:xfrm>
          <a:prstGeom prst="roundRect">
            <a:avLst>
              <a:gd name="adj" fmla="val 12233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3c9240afdf_0_199"/>
          <p:cNvSpPr txBox="1">
            <a:spLocks noGrp="1"/>
          </p:cNvSpPr>
          <p:nvPr>
            <p:ph type="title"/>
          </p:nvPr>
        </p:nvSpPr>
        <p:spPr>
          <a:xfrm>
            <a:off x="9733500" y="3648767"/>
            <a:ext cx="21231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18" name="Google Shape;218;g33c9240afdf_0_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3c9240afdf_0_199"/>
          <p:cNvSpPr/>
          <p:nvPr/>
        </p:nvSpPr>
        <p:spPr>
          <a:xfrm rot="-5400000">
            <a:off x="11811717" y="4971517"/>
            <a:ext cx="249600" cy="548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g33c9240afdf_0_199"/>
          <p:cNvSpPr txBox="1">
            <a:spLocks noGrp="1"/>
          </p:cNvSpPr>
          <p:nvPr>
            <p:ph type="title" idx="6"/>
          </p:nvPr>
        </p:nvSpPr>
        <p:spPr>
          <a:xfrm>
            <a:off x="9319667" y="412400"/>
            <a:ext cx="2615700" cy="2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">
  <p:cSld name="18">
    <p:bg>
      <p:bgPr>
        <a:solidFill>
          <a:srgbClr val="201D5C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c9240afdf_0_212"/>
          <p:cNvSpPr/>
          <p:nvPr/>
        </p:nvSpPr>
        <p:spPr>
          <a:xfrm rot="-5400000">
            <a:off x="11046950" y="728617"/>
            <a:ext cx="249600" cy="2078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g33c9240afdf_0_212"/>
          <p:cNvSpPr/>
          <p:nvPr/>
        </p:nvSpPr>
        <p:spPr>
          <a:xfrm>
            <a:off x="5442433" y="4531200"/>
            <a:ext cx="10431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g33c9240afdf_0_212"/>
          <p:cNvSpPr>
            <a:spLocks noGrp="1"/>
          </p:cNvSpPr>
          <p:nvPr>
            <p:ph type="pic" idx="2"/>
          </p:nvPr>
        </p:nvSpPr>
        <p:spPr>
          <a:xfrm>
            <a:off x="6286433" y="968367"/>
            <a:ext cx="4826100" cy="43500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25" name="Google Shape;225;g33c9240afdf_0_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3c9240afdf_0_212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5223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27" name="Google Shape;227;g33c9240afdf_0_212"/>
          <p:cNvSpPr txBox="1">
            <a:spLocks noGrp="1"/>
          </p:cNvSpPr>
          <p:nvPr>
            <p:ph type="title" idx="3"/>
          </p:nvPr>
        </p:nvSpPr>
        <p:spPr>
          <a:xfrm>
            <a:off x="782667" y="1941067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28" name="Google Shape;228;g33c9240afdf_0_212"/>
          <p:cNvSpPr/>
          <p:nvPr/>
        </p:nvSpPr>
        <p:spPr>
          <a:xfrm>
            <a:off x="435100" y="6201300"/>
            <a:ext cx="30831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">
  <p:cSld name="19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c9240afdf_0_220"/>
          <p:cNvSpPr/>
          <p:nvPr/>
        </p:nvSpPr>
        <p:spPr>
          <a:xfrm>
            <a:off x="6096000" y="-10933"/>
            <a:ext cx="6112800" cy="6875700"/>
          </a:xfrm>
          <a:prstGeom prst="rect">
            <a:avLst/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g33c9240afdf_0_220"/>
          <p:cNvSpPr/>
          <p:nvPr/>
        </p:nvSpPr>
        <p:spPr>
          <a:xfrm>
            <a:off x="5425433" y="4536733"/>
            <a:ext cx="17976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g33c9240afdf_0_220"/>
          <p:cNvSpPr>
            <a:spLocks noGrp="1"/>
          </p:cNvSpPr>
          <p:nvPr>
            <p:ph type="pic" idx="2"/>
          </p:nvPr>
        </p:nvSpPr>
        <p:spPr>
          <a:xfrm>
            <a:off x="8925467" y="2778133"/>
            <a:ext cx="2825700" cy="2492400"/>
          </a:xfrm>
          <a:prstGeom prst="roundRect">
            <a:avLst>
              <a:gd name="adj" fmla="val 21796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33" name="Google Shape;233;g33c9240afdf_0_2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3c9240afdf_0_220"/>
          <p:cNvSpPr/>
          <p:nvPr/>
        </p:nvSpPr>
        <p:spPr>
          <a:xfrm>
            <a:off x="4678667" y="294933"/>
            <a:ext cx="19128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g33c9240afdf_0_220"/>
          <p:cNvSpPr/>
          <p:nvPr/>
        </p:nvSpPr>
        <p:spPr>
          <a:xfrm>
            <a:off x="7048500" y="6213133"/>
            <a:ext cx="8856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g33c9240afdf_0_220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5103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pic>
        <p:nvPicPr>
          <p:cNvPr id="237" name="Google Shape;237;g33c9240afdf_0_220"/>
          <p:cNvPicPr preferRelativeResize="0"/>
          <p:nvPr/>
        </p:nvPicPr>
        <p:blipFill rotWithShape="1">
          <a:blip r:embed="rId3">
            <a:alphaModFix/>
          </a:blip>
          <a:srcRect r="95291"/>
          <a:stretch/>
        </p:blipFill>
        <p:spPr>
          <a:xfrm>
            <a:off x="11882933" y="5270533"/>
            <a:ext cx="325866" cy="2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3c9240afdf_0_220"/>
          <p:cNvSpPr txBox="1">
            <a:spLocks noGrp="1"/>
          </p:cNvSpPr>
          <p:nvPr>
            <p:ph type="title" idx="3"/>
          </p:nvPr>
        </p:nvSpPr>
        <p:spPr>
          <a:xfrm>
            <a:off x="782667" y="1941067"/>
            <a:ext cx="3970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Light"/>
              <a:buNone/>
              <a:defRPr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39" name="Google Shape;239;g33c9240afdf_0_220"/>
          <p:cNvSpPr/>
          <p:nvPr/>
        </p:nvSpPr>
        <p:spPr>
          <a:xfrm rot="-5400000">
            <a:off x="11627050" y="1268450"/>
            <a:ext cx="249600" cy="918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g33c9240afdf_0_220"/>
          <p:cNvSpPr>
            <a:spLocks noGrp="1"/>
          </p:cNvSpPr>
          <p:nvPr>
            <p:ph type="pic" idx="4"/>
          </p:nvPr>
        </p:nvSpPr>
        <p:spPr>
          <a:xfrm>
            <a:off x="6867500" y="828033"/>
            <a:ext cx="2907600" cy="2907600"/>
          </a:xfrm>
          <a:prstGeom prst="ellipse">
            <a:avLst/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">
  <p:cSld name="20">
    <p:bg>
      <p:bgPr>
        <a:solidFill>
          <a:schemeClr val="lt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c9240afdf_0_232"/>
          <p:cNvSpPr/>
          <p:nvPr/>
        </p:nvSpPr>
        <p:spPr>
          <a:xfrm>
            <a:off x="6096000" y="-10933"/>
            <a:ext cx="6112800" cy="6875700"/>
          </a:xfrm>
          <a:prstGeom prst="rect">
            <a:avLst/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3c9240afdf_0_232"/>
          <p:cNvSpPr/>
          <p:nvPr/>
        </p:nvSpPr>
        <p:spPr>
          <a:xfrm rot="-5400000">
            <a:off x="11046950" y="3022583"/>
            <a:ext cx="249600" cy="2078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3c9240afdf_0_232"/>
          <p:cNvSpPr>
            <a:spLocks noGrp="1"/>
          </p:cNvSpPr>
          <p:nvPr>
            <p:ph type="pic" idx="2"/>
          </p:nvPr>
        </p:nvSpPr>
        <p:spPr>
          <a:xfrm>
            <a:off x="6731000" y="1011551"/>
            <a:ext cx="4826100" cy="43500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3c9240afdf_0_232"/>
          <p:cNvSpPr/>
          <p:nvPr/>
        </p:nvSpPr>
        <p:spPr>
          <a:xfrm>
            <a:off x="5492767" y="1767567"/>
            <a:ext cx="15717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g33c9240afdf_0_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3c9240afdf_0_232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48261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g33c9240afdf_0_232"/>
          <p:cNvSpPr/>
          <p:nvPr/>
        </p:nvSpPr>
        <p:spPr>
          <a:xfrm>
            <a:off x="5699133" y="6092467"/>
            <a:ext cx="17895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3c9240afdf_0_232"/>
          <p:cNvSpPr/>
          <p:nvPr/>
        </p:nvSpPr>
        <p:spPr>
          <a:xfrm rot="-5400000">
            <a:off x="11046950" y="-608183"/>
            <a:ext cx="249600" cy="2078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g33c9240afdf_0_232"/>
          <p:cNvSpPr txBox="1">
            <a:spLocks noGrp="1"/>
          </p:cNvSpPr>
          <p:nvPr>
            <p:ph type="title" idx="3"/>
          </p:nvPr>
        </p:nvSpPr>
        <p:spPr>
          <a:xfrm>
            <a:off x="782667" y="1941067"/>
            <a:ext cx="3970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">
  <p:cSld name="21">
    <p:bg>
      <p:bgPr>
        <a:solidFill>
          <a:srgbClr val="201D5C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3c9240afdf_0_2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3c9240afdf_0_242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86313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g33c9240afdf_0_242"/>
          <p:cNvSpPr txBox="1">
            <a:spLocks noGrp="1"/>
          </p:cNvSpPr>
          <p:nvPr>
            <p:ph type="title" idx="2"/>
          </p:nvPr>
        </p:nvSpPr>
        <p:spPr>
          <a:xfrm>
            <a:off x="782667" y="3079000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55" name="Google Shape;255;g33c9240afdf_0_242"/>
          <p:cNvSpPr/>
          <p:nvPr/>
        </p:nvSpPr>
        <p:spPr>
          <a:xfrm>
            <a:off x="667567" y="2308700"/>
            <a:ext cx="2190000" cy="3939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g33c9240afdf_0_242"/>
          <p:cNvSpPr txBox="1">
            <a:spLocks noGrp="1"/>
          </p:cNvSpPr>
          <p:nvPr>
            <p:ph type="title" idx="3"/>
          </p:nvPr>
        </p:nvSpPr>
        <p:spPr>
          <a:xfrm>
            <a:off x="782667" y="2204000"/>
            <a:ext cx="33003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57" name="Google Shape;257;g33c9240afdf_0_242"/>
          <p:cNvSpPr txBox="1">
            <a:spLocks noGrp="1"/>
          </p:cNvSpPr>
          <p:nvPr>
            <p:ph type="title" idx="4"/>
          </p:nvPr>
        </p:nvSpPr>
        <p:spPr>
          <a:xfrm>
            <a:off x="4948267" y="3079000"/>
            <a:ext cx="25593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58" name="Google Shape;258;g33c9240afdf_0_242"/>
          <p:cNvSpPr/>
          <p:nvPr/>
        </p:nvSpPr>
        <p:spPr>
          <a:xfrm>
            <a:off x="4833167" y="2308700"/>
            <a:ext cx="2190000" cy="3939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g33c9240afdf_0_242"/>
          <p:cNvSpPr txBox="1">
            <a:spLocks noGrp="1"/>
          </p:cNvSpPr>
          <p:nvPr>
            <p:ph type="title" idx="5"/>
          </p:nvPr>
        </p:nvSpPr>
        <p:spPr>
          <a:xfrm>
            <a:off x="4948267" y="2204000"/>
            <a:ext cx="25593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0" name="Google Shape;260;g33c9240afdf_0_242"/>
          <p:cNvSpPr txBox="1">
            <a:spLocks noGrp="1"/>
          </p:cNvSpPr>
          <p:nvPr>
            <p:ph type="title" idx="6"/>
          </p:nvPr>
        </p:nvSpPr>
        <p:spPr>
          <a:xfrm>
            <a:off x="8936067" y="3079000"/>
            <a:ext cx="25593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61" name="Google Shape;261;g33c9240afdf_0_242"/>
          <p:cNvSpPr/>
          <p:nvPr/>
        </p:nvSpPr>
        <p:spPr>
          <a:xfrm>
            <a:off x="8820967" y="2308700"/>
            <a:ext cx="2190000" cy="3939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3c9240afdf_0_242"/>
          <p:cNvSpPr txBox="1">
            <a:spLocks noGrp="1"/>
          </p:cNvSpPr>
          <p:nvPr>
            <p:ph type="title" idx="7"/>
          </p:nvPr>
        </p:nvSpPr>
        <p:spPr>
          <a:xfrm>
            <a:off x="8936067" y="2204000"/>
            <a:ext cx="25593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3" name="Google Shape;263;g33c9240afdf_0_242"/>
          <p:cNvSpPr/>
          <p:nvPr/>
        </p:nvSpPr>
        <p:spPr>
          <a:xfrm rot="5400000">
            <a:off x="183567" y="6145967"/>
            <a:ext cx="249600" cy="63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g33c9240afdf_0_242"/>
          <p:cNvSpPr/>
          <p:nvPr/>
        </p:nvSpPr>
        <p:spPr>
          <a:xfrm rot="-5400000">
            <a:off x="11818450" y="4968917"/>
            <a:ext cx="249600" cy="534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5" name="Google Shape;265;g33c9240afdf_0_242"/>
          <p:cNvPicPr preferRelativeResize="0"/>
          <p:nvPr/>
        </p:nvPicPr>
        <p:blipFill rotWithShape="1">
          <a:blip r:embed="rId3">
            <a:alphaModFix/>
          </a:blip>
          <a:srcRect r="79019"/>
          <a:stretch/>
        </p:blipFill>
        <p:spPr>
          <a:xfrm>
            <a:off x="10739933" y="567967"/>
            <a:ext cx="1452068" cy="2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">
  <p:cSld name="22">
    <p:bg>
      <p:bgPr>
        <a:solidFill>
          <a:schemeClr val="l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3c9240afdf_0_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3c9240afdf_0_257"/>
          <p:cNvSpPr txBox="1">
            <a:spLocks noGrp="1"/>
          </p:cNvSpPr>
          <p:nvPr>
            <p:ph type="title"/>
          </p:nvPr>
        </p:nvSpPr>
        <p:spPr>
          <a:xfrm>
            <a:off x="782667" y="892833"/>
            <a:ext cx="86313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g33c9240afdf_0_257"/>
          <p:cNvSpPr txBox="1">
            <a:spLocks noGrp="1"/>
          </p:cNvSpPr>
          <p:nvPr>
            <p:ph type="title" idx="2"/>
          </p:nvPr>
        </p:nvSpPr>
        <p:spPr>
          <a:xfrm>
            <a:off x="782667" y="3079000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70" name="Google Shape;270;g33c9240afdf_0_257"/>
          <p:cNvSpPr/>
          <p:nvPr/>
        </p:nvSpPr>
        <p:spPr>
          <a:xfrm>
            <a:off x="667567" y="2308700"/>
            <a:ext cx="2190000" cy="3939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g33c9240afdf_0_257"/>
          <p:cNvSpPr txBox="1">
            <a:spLocks noGrp="1"/>
          </p:cNvSpPr>
          <p:nvPr>
            <p:ph type="title" idx="3"/>
          </p:nvPr>
        </p:nvSpPr>
        <p:spPr>
          <a:xfrm>
            <a:off x="782667" y="2204000"/>
            <a:ext cx="25593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72" name="Google Shape;272;g33c9240afdf_0_257"/>
          <p:cNvSpPr txBox="1">
            <a:spLocks noGrp="1"/>
          </p:cNvSpPr>
          <p:nvPr>
            <p:ph type="title" idx="4"/>
          </p:nvPr>
        </p:nvSpPr>
        <p:spPr>
          <a:xfrm>
            <a:off x="4948267" y="3079000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73" name="Google Shape;273;g33c9240afdf_0_257"/>
          <p:cNvSpPr/>
          <p:nvPr/>
        </p:nvSpPr>
        <p:spPr>
          <a:xfrm>
            <a:off x="4833167" y="2308700"/>
            <a:ext cx="2190000" cy="3939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g33c9240afdf_0_257"/>
          <p:cNvSpPr txBox="1">
            <a:spLocks noGrp="1"/>
          </p:cNvSpPr>
          <p:nvPr>
            <p:ph type="title" idx="5"/>
          </p:nvPr>
        </p:nvSpPr>
        <p:spPr>
          <a:xfrm>
            <a:off x="4948267" y="2204000"/>
            <a:ext cx="25593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75" name="Google Shape;275;g33c9240afdf_0_257"/>
          <p:cNvSpPr txBox="1">
            <a:spLocks noGrp="1"/>
          </p:cNvSpPr>
          <p:nvPr>
            <p:ph type="title" idx="6"/>
          </p:nvPr>
        </p:nvSpPr>
        <p:spPr>
          <a:xfrm>
            <a:off x="8936067" y="3079000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76" name="Google Shape;276;g33c9240afdf_0_257"/>
          <p:cNvSpPr/>
          <p:nvPr/>
        </p:nvSpPr>
        <p:spPr>
          <a:xfrm>
            <a:off x="8820967" y="2308700"/>
            <a:ext cx="2190000" cy="3939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g33c9240afdf_0_257"/>
          <p:cNvSpPr txBox="1">
            <a:spLocks noGrp="1"/>
          </p:cNvSpPr>
          <p:nvPr>
            <p:ph type="title" idx="7"/>
          </p:nvPr>
        </p:nvSpPr>
        <p:spPr>
          <a:xfrm>
            <a:off x="8936067" y="2204000"/>
            <a:ext cx="25593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78" name="Google Shape;278;g33c9240afdf_0_257"/>
          <p:cNvSpPr/>
          <p:nvPr/>
        </p:nvSpPr>
        <p:spPr>
          <a:xfrm rot="5400000">
            <a:off x="183567" y="6145967"/>
            <a:ext cx="249600" cy="63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g33c9240afdf_0_257"/>
          <p:cNvSpPr/>
          <p:nvPr/>
        </p:nvSpPr>
        <p:spPr>
          <a:xfrm rot="-5400000">
            <a:off x="11333833" y="-60033"/>
            <a:ext cx="249600" cy="15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83" name="Google Shape;283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84" name="Google Shape;284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5" name="Google Shape;285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286" name="Google Shape;286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87" name="Google Shape;287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88" name="Google Shape;288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289" name="Google Shape;289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0" name="Google Shape;290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1" name="Google Shape;291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292" name="Google Shape;292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3" name="Google Shape;293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4" name="Google Shape;294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Time line">
  <p:cSld name="24 Time line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86"/>
          <p:cNvSpPr txBox="1">
            <a:spLocks noGrp="1"/>
          </p:cNvSpPr>
          <p:nvPr>
            <p:ph type="title"/>
          </p:nvPr>
        </p:nvSpPr>
        <p:spPr>
          <a:xfrm>
            <a:off x="478233" y="3786789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86"/>
          <p:cNvSpPr txBox="1">
            <a:spLocks noGrp="1"/>
          </p:cNvSpPr>
          <p:nvPr>
            <p:ph type="title" idx="2"/>
          </p:nvPr>
        </p:nvSpPr>
        <p:spPr>
          <a:xfrm>
            <a:off x="478233" y="3215133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86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86"/>
          <p:cNvSpPr/>
          <p:nvPr/>
        </p:nvSpPr>
        <p:spPr>
          <a:xfrm>
            <a:off x="439933" y="2238100"/>
            <a:ext cx="698100" cy="698100"/>
          </a:xfrm>
          <a:prstGeom prst="ellipse">
            <a:avLst/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g33c9240afdf_0_286"/>
          <p:cNvSpPr/>
          <p:nvPr/>
        </p:nvSpPr>
        <p:spPr>
          <a:xfrm>
            <a:off x="3477767" y="2238100"/>
            <a:ext cx="698100" cy="698100"/>
          </a:xfrm>
          <a:prstGeom prst="ellipse">
            <a:avLst/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g33c9240afdf_0_286"/>
          <p:cNvSpPr/>
          <p:nvPr/>
        </p:nvSpPr>
        <p:spPr>
          <a:xfrm>
            <a:off x="5956800" y="2238100"/>
            <a:ext cx="698100" cy="698100"/>
          </a:xfrm>
          <a:prstGeom prst="ellipse">
            <a:avLst/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g33c9240afdf_0_286"/>
          <p:cNvSpPr/>
          <p:nvPr/>
        </p:nvSpPr>
        <p:spPr>
          <a:xfrm>
            <a:off x="8527267" y="2238100"/>
            <a:ext cx="698100" cy="698100"/>
          </a:xfrm>
          <a:prstGeom prst="ellipse">
            <a:avLst/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g33c9240afdf_0_286"/>
          <p:cNvSpPr/>
          <p:nvPr/>
        </p:nvSpPr>
        <p:spPr>
          <a:xfrm>
            <a:off x="863600" y="2483000"/>
            <a:ext cx="10596900" cy="248700"/>
          </a:xfrm>
          <a:prstGeom prst="roundRect">
            <a:avLst>
              <a:gd name="adj" fmla="val 5000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g33c9240afdf_0_286"/>
          <p:cNvSpPr txBox="1">
            <a:spLocks noGrp="1"/>
          </p:cNvSpPr>
          <p:nvPr>
            <p:ph type="title" idx="4"/>
          </p:nvPr>
        </p:nvSpPr>
        <p:spPr>
          <a:xfrm>
            <a:off x="3516067" y="3786789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6" name="Google Shape;306;g33c9240afdf_0_286"/>
          <p:cNvSpPr txBox="1">
            <a:spLocks noGrp="1"/>
          </p:cNvSpPr>
          <p:nvPr>
            <p:ph type="title" idx="5"/>
          </p:nvPr>
        </p:nvSpPr>
        <p:spPr>
          <a:xfrm>
            <a:off x="3516067" y="3215133"/>
            <a:ext cx="31380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7" name="Google Shape;307;g33c9240afdf_0_286"/>
          <p:cNvSpPr txBox="1">
            <a:spLocks noGrp="1"/>
          </p:cNvSpPr>
          <p:nvPr>
            <p:ph type="title" idx="6"/>
          </p:nvPr>
        </p:nvSpPr>
        <p:spPr>
          <a:xfrm>
            <a:off x="5995100" y="3786789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86"/>
          <p:cNvSpPr txBox="1">
            <a:spLocks noGrp="1"/>
          </p:cNvSpPr>
          <p:nvPr>
            <p:ph type="title" idx="7"/>
          </p:nvPr>
        </p:nvSpPr>
        <p:spPr>
          <a:xfrm>
            <a:off x="5995100" y="3215133"/>
            <a:ext cx="31380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86"/>
          <p:cNvSpPr txBox="1">
            <a:spLocks noGrp="1"/>
          </p:cNvSpPr>
          <p:nvPr>
            <p:ph type="title" idx="8"/>
          </p:nvPr>
        </p:nvSpPr>
        <p:spPr>
          <a:xfrm>
            <a:off x="8565567" y="3786789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10" name="Google Shape;310;g33c9240afdf_0_286"/>
          <p:cNvSpPr txBox="1">
            <a:spLocks noGrp="1"/>
          </p:cNvSpPr>
          <p:nvPr>
            <p:ph type="title" idx="9"/>
          </p:nvPr>
        </p:nvSpPr>
        <p:spPr>
          <a:xfrm>
            <a:off x="8565567" y="3215133"/>
            <a:ext cx="31380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">
  <p:cSld name="25">
    <p:bg>
      <p:bgPr>
        <a:solidFill>
          <a:schemeClr val="lt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3c9240afdf_0_302"/>
          <p:cNvSpPr/>
          <p:nvPr/>
        </p:nvSpPr>
        <p:spPr>
          <a:xfrm>
            <a:off x="5442433" y="4531200"/>
            <a:ext cx="1043100" cy="248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3" name="Google Shape;313;g33c9240afdf_0_3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3c9240afdf_0_302"/>
          <p:cNvSpPr txBox="1">
            <a:spLocks noGrp="1"/>
          </p:cNvSpPr>
          <p:nvPr>
            <p:ph type="title"/>
          </p:nvPr>
        </p:nvSpPr>
        <p:spPr>
          <a:xfrm>
            <a:off x="1103600" y="650333"/>
            <a:ext cx="42297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15" name="Google Shape;315;g33c9240afdf_0_302"/>
          <p:cNvSpPr txBox="1">
            <a:spLocks noGrp="1"/>
          </p:cNvSpPr>
          <p:nvPr>
            <p:ph type="title" idx="2"/>
          </p:nvPr>
        </p:nvSpPr>
        <p:spPr>
          <a:xfrm>
            <a:off x="1103600" y="1939167"/>
            <a:ext cx="354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1900"/>
              <a:buFont typeface="Poppins Light"/>
              <a:buNone/>
              <a:defRPr sz="1900" b="0">
                <a:solidFill>
                  <a:srgbClr val="1B185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16" name="Google Shape;316;g33c9240afdf_0_302"/>
          <p:cNvSpPr/>
          <p:nvPr/>
        </p:nvSpPr>
        <p:spPr>
          <a:xfrm>
            <a:off x="5588000" y="1100600"/>
            <a:ext cx="5245200" cy="15156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g33c9240afdf_0_302"/>
          <p:cNvSpPr/>
          <p:nvPr/>
        </p:nvSpPr>
        <p:spPr>
          <a:xfrm>
            <a:off x="5956300" y="2841300"/>
            <a:ext cx="4495500" cy="15156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g33c9240afdf_0_302"/>
          <p:cNvSpPr/>
          <p:nvPr/>
        </p:nvSpPr>
        <p:spPr>
          <a:xfrm>
            <a:off x="6540500" y="4582000"/>
            <a:ext cx="3352500" cy="15156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g33c9240afdf_0_302"/>
          <p:cNvSpPr txBox="1">
            <a:spLocks noGrp="1"/>
          </p:cNvSpPr>
          <p:nvPr>
            <p:ph type="title" idx="3"/>
          </p:nvPr>
        </p:nvSpPr>
        <p:spPr>
          <a:xfrm>
            <a:off x="5956300" y="1469000"/>
            <a:ext cx="44955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20" name="Google Shape;320;g33c9240afdf_0_302"/>
          <p:cNvSpPr txBox="1">
            <a:spLocks noGrp="1"/>
          </p:cNvSpPr>
          <p:nvPr>
            <p:ph type="title" idx="4"/>
          </p:nvPr>
        </p:nvSpPr>
        <p:spPr>
          <a:xfrm>
            <a:off x="6194400" y="3158900"/>
            <a:ext cx="40884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21" name="Google Shape;321;g33c9240afdf_0_302"/>
          <p:cNvSpPr txBox="1">
            <a:spLocks noGrp="1"/>
          </p:cNvSpPr>
          <p:nvPr>
            <p:ph type="title" idx="5"/>
          </p:nvPr>
        </p:nvSpPr>
        <p:spPr>
          <a:xfrm>
            <a:off x="6804000" y="4899600"/>
            <a:ext cx="28095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">
  <p:cSld name="26">
    <p:bg>
      <p:bgPr>
        <a:solidFill>
          <a:srgbClr val="201D5C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c9240afdf_0_313"/>
          <p:cNvSpPr/>
          <p:nvPr/>
        </p:nvSpPr>
        <p:spPr>
          <a:xfrm>
            <a:off x="7565533" y="4793400"/>
            <a:ext cx="3174300" cy="248700"/>
          </a:xfrm>
          <a:prstGeom prst="roundRect">
            <a:avLst>
              <a:gd name="adj" fmla="val 5000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g33c9240afdf_0_313"/>
          <p:cNvSpPr/>
          <p:nvPr/>
        </p:nvSpPr>
        <p:spPr>
          <a:xfrm>
            <a:off x="6517867" y="941567"/>
            <a:ext cx="3392700" cy="4368300"/>
          </a:xfrm>
          <a:prstGeom prst="rect">
            <a:avLst/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5" name="Google Shape;325;g33c9240afdf_0_3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3c9240afdf_0_313"/>
          <p:cNvSpPr txBox="1">
            <a:spLocks noGrp="1"/>
          </p:cNvSpPr>
          <p:nvPr>
            <p:ph type="title"/>
          </p:nvPr>
        </p:nvSpPr>
        <p:spPr>
          <a:xfrm>
            <a:off x="1175967" y="4298400"/>
            <a:ext cx="4731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7" name="Google Shape;327;g33c9240afdf_0_3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7832" y="682800"/>
            <a:ext cx="3392666" cy="569456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3c9240afdf_0_313"/>
          <p:cNvSpPr/>
          <p:nvPr/>
        </p:nvSpPr>
        <p:spPr>
          <a:xfrm rot="5400000">
            <a:off x="825383" y="657583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g33c9240afdf_0_313"/>
          <p:cNvPicPr preferRelativeResize="0"/>
          <p:nvPr/>
        </p:nvPicPr>
        <p:blipFill rotWithShape="1">
          <a:blip r:embed="rId4">
            <a:alphaModFix/>
          </a:blip>
          <a:srcRect r="79019"/>
          <a:stretch/>
        </p:blipFill>
        <p:spPr>
          <a:xfrm>
            <a:off x="10739933" y="828033"/>
            <a:ext cx="1452068" cy="2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3c9240afdf_0_313"/>
          <p:cNvSpPr/>
          <p:nvPr/>
        </p:nvSpPr>
        <p:spPr>
          <a:xfrm>
            <a:off x="1190967" y="3720600"/>
            <a:ext cx="2276400" cy="623700"/>
          </a:xfrm>
          <a:prstGeom prst="roundRect">
            <a:avLst>
              <a:gd name="adj" fmla="val 5000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g33c9240afdf_0_313"/>
          <p:cNvSpPr txBox="1">
            <a:spLocks noGrp="1"/>
          </p:cNvSpPr>
          <p:nvPr>
            <p:ph type="title" idx="2"/>
          </p:nvPr>
        </p:nvSpPr>
        <p:spPr>
          <a:xfrm>
            <a:off x="1331233" y="3606700"/>
            <a:ext cx="21360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2" name="Google Shape;332;g33c9240afdf_0_313"/>
          <p:cNvSpPr>
            <a:spLocks noGrp="1"/>
          </p:cNvSpPr>
          <p:nvPr>
            <p:ph type="pic" idx="3"/>
          </p:nvPr>
        </p:nvSpPr>
        <p:spPr>
          <a:xfrm>
            <a:off x="6852976" y="952433"/>
            <a:ext cx="2753100" cy="4357500"/>
          </a:xfrm>
          <a:prstGeom prst="roundRect">
            <a:avLst>
              <a:gd name="adj" fmla="val 1561"/>
            </a:avLst>
          </a:prstGeom>
          <a:solidFill>
            <a:srgbClr val="BFBFBF"/>
          </a:solidFill>
          <a:ln w="412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">
  <p:cSld name="27">
    <p:bg>
      <p:bgPr>
        <a:solidFill>
          <a:srgbClr val="201D5C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g33c9240afdf_0_3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3c9240afdf_0_324"/>
          <p:cNvSpPr txBox="1">
            <a:spLocks noGrp="1"/>
          </p:cNvSpPr>
          <p:nvPr>
            <p:ph type="title"/>
          </p:nvPr>
        </p:nvSpPr>
        <p:spPr>
          <a:xfrm>
            <a:off x="1175967" y="2616500"/>
            <a:ext cx="39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36" name="Google Shape;336;g33c9240afdf_0_3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4433" y="1594500"/>
            <a:ext cx="6513567" cy="372203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3c9240afdf_0_324"/>
          <p:cNvSpPr/>
          <p:nvPr/>
        </p:nvSpPr>
        <p:spPr>
          <a:xfrm rot="5400000">
            <a:off x="825383" y="5255217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g33c9240afdf_0_324"/>
          <p:cNvSpPr/>
          <p:nvPr/>
        </p:nvSpPr>
        <p:spPr>
          <a:xfrm rot="-5400000">
            <a:off x="11702417" y="703117"/>
            <a:ext cx="249600" cy="76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9" name="Google Shape;339;g33c9240afdf_0_324"/>
          <p:cNvPicPr preferRelativeResize="0"/>
          <p:nvPr/>
        </p:nvPicPr>
        <p:blipFill rotWithShape="1">
          <a:blip r:embed="rId4">
            <a:alphaModFix/>
          </a:blip>
          <a:srcRect r="75622"/>
          <a:stretch/>
        </p:blipFill>
        <p:spPr>
          <a:xfrm rot="10800000">
            <a:off x="-10932" y="373167"/>
            <a:ext cx="1687198" cy="2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3c9240afdf_0_324"/>
          <p:cNvSpPr/>
          <p:nvPr/>
        </p:nvSpPr>
        <p:spPr>
          <a:xfrm>
            <a:off x="1190967" y="2040407"/>
            <a:ext cx="2276400" cy="623700"/>
          </a:xfrm>
          <a:prstGeom prst="roundRect">
            <a:avLst>
              <a:gd name="adj" fmla="val 5000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g33c9240afdf_0_324"/>
          <p:cNvSpPr txBox="1">
            <a:spLocks noGrp="1"/>
          </p:cNvSpPr>
          <p:nvPr>
            <p:ph type="title" idx="2"/>
          </p:nvPr>
        </p:nvSpPr>
        <p:spPr>
          <a:xfrm>
            <a:off x="1331233" y="1928184"/>
            <a:ext cx="21360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g33c9240afdf_0_324"/>
          <p:cNvSpPr>
            <a:spLocks noGrp="1"/>
          </p:cNvSpPr>
          <p:nvPr>
            <p:ph type="pic" idx="3"/>
          </p:nvPr>
        </p:nvSpPr>
        <p:spPr>
          <a:xfrm>
            <a:off x="5855440" y="1922717"/>
            <a:ext cx="4771500" cy="2795400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25400" cap="flat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">
  <p:cSld name="28">
    <p:bg>
      <p:bgPr>
        <a:solidFill>
          <a:srgbClr val="201D5C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c9240afdf_0_334"/>
          <p:cNvSpPr/>
          <p:nvPr/>
        </p:nvSpPr>
        <p:spPr>
          <a:xfrm>
            <a:off x="7469933" y="5025567"/>
            <a:ext cx="3174300" cy="2487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g33c9240afdf_0_334"/>
          <p:cNvSpPr/>
          <p:nvPr/>
        </p:nvSpPr>
        <p:spPr>
          <a:xfrm>
            <a:off x="6541167" y="1310967"/>
            <a:ext cx="3260400" cy="4506300"/>
          </a:xfrm>
          <a:prstGeom prst="rect">
            <a:avLst/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g33c9240afdf_0_334"/>
          <p:cNvSpPr/>
          <p:nvPr/>
        </p:nvSpPr>
        <p:spPr>
          <a:xfrm>
            <a:off x="987767" y="3517400"/>
            <a:ext cx="2276400" cy="623700"/>
          </a:xfrm>
          <a:prstGeom prst="roundRect">
            <a:avLst>
              <a:gd name="adj" fmla="val 5000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7" name="Google Shape;347;g33c9240afdf_0_3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3c9240afdf_0_334"/>
          <p:cNvSpPr txBox="1">
            <a:spLocks noGrp="1"/>
          </p:cNvSpPr>
          <p:nvPr>
            <p:ph type="title"/>
          </p:nvPr>
        </p:nvSpPr>
        <p:spPr>
          <a:xfrm>
            <a:off x="1128033" y="3405200"/>
            <a:ext cx="41163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g33c9240afdf_0_334"/>
          <p:cNvSpPr txBox="1">
            <a:spLocks noGrp="1"/>
          </p:cNvSpPr>
          <p:nvPr>
            <p:ph type="title" idx="2"/>
          </p:nvPr>
        </p:nvSpPr>
        <p:spPr>
          <a:xfrm>
            <a:off x="1175967" y="4298400"/>
            <a:ext cx="4653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0" name="Google Shape;350;g33c9240afdf_0_3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043" y="1238200"/>
            <a:ext cx="3470525" cy="490699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3c9240afdf_0_334"/>
          <p:cNvSpPr/>
          <p:nvPr/>
        </p:nvSpPr>
        <p:spPr>
          <a:xfrm rot="5400000">
            <a:off x="825383" y="657583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2" name="Google Shape;352;g33c9240afdf_0_334"/>
          <p:cNvPicPr preferRelativeResize="0"/>
          <p:nvPr/>
        </p:nvPicPr>
        <p:blipFill rotWithShape="1">
          <a:blip r:embed="rId4">
            <a:alphaModFix/>
          </a:blip>
          <a:srcRect r="79019"/>
          <a:stretch/>
        </p:blipFill>
        <p:spPr>
          <a:xfrm>
            <a:off x="10739933" y="828033"/>
            <a:ext cx="1452068" cy="2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3c9240afdf_0_334"/>
          <p:cNvSpPr>
            <a:spLocks noGrp="1"/>
          </p:cNvSpPr>
          <p:nvPr>
            <p:ph type="pic" idx="3"/>
          </p:nvPr>
        </p:nvSpPr>
        <p:spPr>
          <a:xfrm>
            <a:off x="6620857" y="1694852"/>
            <a:ext cx="2892300" cy="3996600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25400" cap="flat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">
  <p:cSld name="29">
    <p:bg>
      <p:bgPr>
        <a:solidFill>
          <a:srgbClr val="201D5C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c9240afdf_0_345"/>
          <p:cNvSpPr/>
          <p:nvPr/>
        </p:nvSpPr>
        <p:spPr>
          <a:xfrm>
            <a:off x="987767" y="1835433"/>
            <a:ext cx="2276400" cy="623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6" name="Google Shape;356;g33c9240afdf_0_3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3c9240afdf_0_345"/>
          <p:cNvSpPr txBox="1">
            <a:spLocks noGrp="1"/>
          </p:cNvSpPr>
          <p:nvPr>
            <p:ph type="title"/>
          </p:nvPr>
        </p:nvSpPr>
        <p:spPr>
          <a:xfrm>
            <a:off x="1128033" y="1723267"/>
            <a:ext cx="44265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g33c9240afdf_0_345"/>
          <p:cNvSpPr txBox="1">
            <a:spLocks noGrp="1"/>
          </p:cNvSpPr>
          <p:nvPr>
            <p:ph type="title" idx="2"/>
          </p:nvPr>
        </p:nvSpPr>
        <p:spPr>
          <a:xfrm>
            <a:off x="1175967" y="2616500"/>
            <a:ext cx="4426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Light"/>
              <a:buNone/>
              <a:defRPr sz="1900" b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9" name="Google Shape;359;g33c9240afdf_0_3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4400" y="1145733"/>
            <a:ext cx="3593135" cy="6532367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3c9240afdf_0_345"/>
          <p:cNvSpPr/>
          <p:nvPr/>
        </p:nvSpPr>
        <p:spPr>
          <a:xfrm rot="5400000">
            <a:off x="825383" y="5255217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g33c9240afdf_0_345"/>
          <p:cNvSpPr/>
          <p:nvPr/>
        </p:nvSpPr>
        <p:spPr>
          <a:xfrm rot="-5400000">
            <a:off x="11702417" y="703117"/>
            <a:ext cx="249600" cy="76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2" name="Google Shape;362;g33c9240afdf_0_345"/>
          <p:cNvPicPr preferRelativeResize="0"/>
          <p:nvPr/>
        </p:nvPicPr>
        <p:blipFill rotWithShape="1">
          <a:blip r:embed="rId4">
            <a:alphaModFix/>
          </a:blip>
          <a:srcRect r="75622"/>
          <a:stretch/>
        </p:blipFill>
        <p:spPr>
          <a:xfrm rot="10800000">
            <a:off x="-10932" y="373167"/>
            <a:ext cx="1687198" cy="2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3c9240afdf_0_345"/>
          <p:cNvSpPr>
            <a:spLocks noGrp="1"/>
          </p:cNvSpPr>
          <p:nvPr>
            <p:ph type="pic" idx="3"/>
          </p:nvPr>
        </p:nvSpPr>
        <p:spPr>
          <a:xfrm>
            <a:off x="6550203" y="1749852"/>
            <a:ext cx="3001500" cy="5108100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9525" cap="flat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">
  <p:cSld name="30">
    <p:bg>
      <p:bgPr>
        <a:solidFill>
          <a:schemeClr val="lt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3c9240afdf_0_355"/>
          <p:cNvSpPr/>
          <p:nvPr/>
        </p:nvSpPr>
        <p:spPr>
          <a:xfrm>
            <a:off x="7565533" y="4793400"/>
            <a:ext cx="3174300" cy="248700"/>
          </a:xfrm>
          <a:prstGeom prst="roundRect">
            <a:avLst>
              <a:gd name="adj" fmla="val 50000"/>
            </a:avLst>
          </a:prstGeom>
          <a:solidFill>
            <a:srgbClr val="D185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g33c9240afdf_0_355"/>
          <p:cNvSpPr/>
          <p:nvPr/>
        </p:nvSpPr>
        <p:spPr>
          <a:xfrm>
            <a:off x="6517867" y="941567"/>
            <a:ext cx="3392700" cy="43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7" name="Google Shape;367;g33c9240afdf_0_3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17832" y="682800"/>
            <a:ext cx="3392666" cy="569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33c9240afdf_0_3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3c9240afdf_0_355"/>
          <p:cNvSpPr txBox="1">
            <a:spLocks noGrp="1"/>
          </p:cNvSpPr>
          <p:nvPr>
            <p:ph type="title"/>
          </p:nvPr>
        </p:nvSpPr>
        <p:spPr>
          <a:xfrm>
            <a:off x="1128033" y="3404467"/>
            <a:ext cx="46137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g33c9240afdf_0_355"/>
          <p:cNvSpPr txBox="1">
            <a:spLocks noGrp="1"/>
          </p:cNvSpPr>
          <p:nvPr>
            <p:ph type="title" idx="2"/>
          </p:nvPr>
        </p:nvSpPr>
        <p:spPr>
          <a:xfrm>
            <a:off x="1175967" y="4298384"/>
            <a:ext cx="5090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g33c9240afdf_0_355"/>
          <p:cNvSpPr/>
          <p:nvPr/>
        </p:nvSpPr>
        <p:spPr>
          <a:xfrm rot="5400000">
            <a:off x="825383" y="657583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g33c9240afdf_0_355"/>
          <p:cNvSpPr>
            <a:spLocks noGrp="1"/>
          </p:cNvSpPr>
          <p:nvPr>
            <p:ph type="pic" idx="3"/>
          </p:nvPr>
        </p:nvSpPr>
        <p:spPr>
          <a:xfrm>
            <a:off x="6852976" y="952433"/>
            <a:ext cx="2753100" cy="4357500"/>
          </a:xfrm>
          <a:prstGeom prst="roundRect">
            <a:avLst>
              <a:gd name="adj" fmla="val 1561"/>
            </a:avLst>
          </a:prstGeom>
          <a:solidFill>
            <a:srgbClr val="BFBFBF"/>
          </a:solidFill>
          <a:ln w="412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">
  <p:cSld name="31">
    <p:bg>
      <p:bgPr>
        <a:solidFill>
          <a:schemeClr val="lt1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g33c9240afdf_0_3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3c9240afdf_0_364"/>
          <p:cNvSpPr txBox="1">
            <a:spLocks noGrp="1"/>
          </p:cNvSpPr>
          <p:nvPr>
            <p:ph type="title"/>
          </p:nvPr>
        </p:nvSpPr>
        <p:spPr>
          <a:xfrm>
            <a:off x="1128033" y="1722567"/>
            <a:ext cx="39891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sp>
        <p:nvSpPr>
          <p:cNvPr id="376" name="Google Shape;376;g33c9240afdf_0_364"/>
          <p:cNvSpPr txBox="1">
            <a:spLocks noGrp="1"/>
          </p:cNvSpPr>
          <p:nvPr>
            <p:ph type="title" idx="2"/>
          </p:nvPr>
        </p:nvSpPr>
        <p:spPr>
          <a:xfrm>
            <a:off x="1175967" y="2616500"/>
            <a:ext cx="3989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pic>
        <p:nvPicPr>
          <p:cNvPr id="377" name="Google Shape;377;g33c9240afdf_0_3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4433" y="1594500"/>
            <a:ext cx="6513567" cy="372203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3c9240afdf_0_364"/>
          <p:cNvSpPr/>
          <p:nvPr/>
        </p:nvSpPr>
        <p:spPr>
          <a:xfrm rot="5400000">
            <a:off x="825383" y="5255217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g33c9240afdf_0_364"/>
          <p:cNvSpPr/>
          <p:nvPr/>
        </p:nvSpPr>
        <p:spPr>
          <a:xfrm rot="-5400000">
            <a:off x="11702417" y="703117"/>
            <a:ext cx="249600" cy="76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g33c9240afdf_0_364"/>
          <p:cNvSpPr>
            <a:spLocks noGrp="1"/>
          </p:cNvSpPr>
          <p:nvPr>
            <p:ph type="pic" idx="3"/>
          </p:nvPr>
        </p:nvSpPr>
        <p:spPr>
          <a:xfrm>
            <a:off x="5855440" y="1922717"/>
            <a:ext cx="4771500" cy="2795400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">
  <p:cSld name="32"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3c9240afdf_0_372"/>
          <p:cNvSpPr/>
          <p:nvPr/>
        </p:nvSpPr>
        <p:spPr>
          <a:xfrm>
            <a:off x="7469933" y="5025567"/>
            <a:ext cx="3174300" cy="248700"/>
          </a:xfrm>
          <a:prstGeom prst="roundRect">
            <a:avLst>
              <a:gd name="adj" fmla="val 5000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6A7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g33c9240afdf_0_372"/>
          <p:cNvSpPr/>
          <p:nvPr/>
        </p:nvSpPr>
        <p:spPr>
          <a:xfrm>
            <a:off x="6459233" y="1597733"/>
            <a:ext cx="3342300" cy="412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4" name="Google Shape;384;g33c9240afdf_0_3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3c9240afdf_0_372"/>
          <p:cNvSpPr txBox="1">
            <a:spLocks noGrp="1"/>
          </p:cNvSpPr>
          <p:nvPr>
            <p:ph type="title"/>
          </p:nvPr>
        </p:nvSpPr>
        <p:spPr>
          <a:xfrm>
            <a:off x="1128033" y="3404467"/>
            <a:ext cx="41163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g33c9240afdf_0_372"/>
          <p:cNvSpPr txBox="1">
            <a:spLocks noGrp="1"/>
          </p:cNvSpPr>
          <p:nvPr>
            <p:ph type="title" idx="2"/>
          </p:nvPr>
        </p:nvSpPr>
        <p:spPr>
          <a:xfrm>
            <a:off x="1175967" y="4298400"/>
            <a:ext cx="4837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pic>
        <p:nvPicPr>
          <p:cNvPr id="387" name="Google Shape;387;g33c9240afdf_0_3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043" y="1238200"/>
            <a:ext cx="3470525" cy="490699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3c9240afdf_0_372"/>
          <p:cNvSpPr/>
          <p:nvPr/>
        </p:nvSpPr>
        <p:spPr>
          <a:xfrm rot="5400000">
            <a:off x="825383" y="657583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A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g33c9240afdf_0_372"/>
          <p:cNvSpPr/>
          <p:nvPr/>
        </p:nvSpPr>
        <p:spPr>
          <a:xfrm rot="-5400000">
            <a:off x="11354250" y="220583"/>
            <a:ext cx="249600" cy="146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g33c9240afdf_0_372"/>
          <p:cNvSpPr>
            <a:spLocks noGrp="1"/>
          </p:cNvSpPr>
          <p:nvPr>
            <p:ph type="pic" idx="3"/>
          </p:nvPr>
        </p:nvSpPr>
        <p:spPr>
          <a:xfrm>
            <a:off x="6620857" y="1694852"/>
            <a:ext cx="2892300" cy="3996600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">
  <p:cSld name="33">
    <p:bg>
      <p:bgPr>
        <a:solidFill>
          <a:schemeClr val="lt1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3c9240afdf_0_3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3c9240afdf_0_382"/>
          <p:cNvSpPr txBox="1">
            <a:spLocks noGrp="1"/>
          </p:cNvSpPr>
          <p:nvPr>
            <p:ph type="title"/>
          </p:nvPr>
        </p:nvSpPr>
        <p:spPr>
          <a:xfrm>
            <a:off x="1128033" y="1722567"/>
            <a:ext cx="46449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g33c9240afdf_0_382"/>
          <p:cNvSpPr txBox="1">
            <a:spLocks noGrp="1"/>
          </p:cNvSpPr>
          <p:nvPr>
            <p:ph type="title" idx="2"/>
          </p:nvPr>
        </p:nvSpPr>
        <p:spPr>
          <a:xfrm>
            <a:off x="1175967" y="2616500"/>
            <a:ext cx="464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None/>
              <a:defRPr sz="4000">
                <a:solidFill>
                  <a:srgbClr val="201D5C"/>
                </a:solidFill>
              </a:defRPr>
            </a:lvl9pPr>
          </a:lstStyle>
          <a:p>
            <a:endParaRPr/>
          </a:p>
        </p:txBody>
      </p:sp>
      <p:pic>
        <p:nvPicPr>
          <p:cNvPr id="395" name="Google Shape;395;g33c9240afdf_0_382"/>
          <p:cNvPicPr preferRelativeResize="0"/>
          <p:nvPr/>
        </p:nvPicPr>
        <p:blipFill rotWithShape="1">
          <a:blip r:embed="rId3">
            <a:alphaModFix/>
          </a:blip>
          <a:srcRect b="12555"/>
          <a:stretch/>
        </p:blipFill>
        <p:spPr>
          <a:xfrm>
            <a:off x="6254400" y="1145733"/>
            <a:ext cx="3593135" cy="571226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3c9240afdf_0_382"/>
          <p:cNvSpPr/>
          <p:nvPr/>
        </p:nvSpPr>
        <p:spPr>
          <a:xfrm rot="-5400000">
            <a:off x="11709150" y="710017"/>
            <a:ext cx="249600" cy="75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g33c9240afdf_0_382"/>
          <p:cNvSpPr/>
          <p:nvPr/>
        </p:nvSpPr>
        <p:spPr>
          <a:xfrm rot="5400000">
            <a:off x="825383" y="5255217"/>
            <a:ext cx="249600" cy="1923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8" name="Google Shape;398;g33c9240afdf_0_382"/>
          <p:cNvSpPr>
            <a:spLocks noGrp="1"/>
          </p:cNvSpPr>
          <p:nvPr>
            <p:ph type="pic" idx="3"/>
          </p:nvPr>
        </p:nvSpPr>
        <p:spPr>
          <a:xfrm>
            <a:off x="6550203" y="1749852"/>
            <a:ext cx="3001500" cy="5108100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9525" cap="flat" cmpd="sng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_1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3c9240afdf_0_390"/>
          <p:cNvSpPr txBox="1">
            <a:spLocks noGrp="1"/>
          </p:cNvSpPr>
          <p:nvPr>
            <p:ph type="ctrTitle"/>
          </p:nvPr>
        </p:nvSpPr>
        <p:spPr>
          <a:xfrm>
            <a:off x="3338513" y="3600449"/>
            <a:ext cx="8244000" cy="16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sz="60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g33c9240afdf_0_390"/>
          <p:cNvSpPr txBox="1">
            <a:spLocks noGrp="1"/>
          </p:cNvSpPr>
          <p:nvPr>
            <p:ph type="subTitle" idx="1"/>
          </p:nvPr>
        </p:nvSpPr>
        <p:spPr>
          <a:xfrm>
            <a:off x="5929313" y="5388910"/>
            <a:ext cx="56532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02" name="Google Shape;402;g33c9240afdf_0_3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3045616" y="3045610"/>
            <a:ext cx="6857997" cy="766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3c9240afdf_0_3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3760" y="548005"/>
            <a:ext cx="1892300" cy="1276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s">
  <p:cSld name="Contents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g33c9240afdf_0_395"/>
          <p:cNvGrpSpPr/>
          <p:nvPr/>
        </p:nvGrpSpPr>
        <p:grpSpPr>
          <a:xfrm>
            <a:off x="-30418" y="1087232"/>
            <a:ext cx="12222413" cy="5770752"/>
            <a:chOff x="-30418" y="1087246"/>
            <a:chExt cx="12222413" cy="5770752"/>
          </a:xfrm>
        </p:grpSpPr>
        <p:sp>
          <p:nvSpPr>
            <p:cNvPr id="406" name="Google Shape;406;g33c9240afdf_0_395"/>
            <p:cNvSpPr/>
            <p:nvPr/>
          </p:nvSpPr>
          <p:spPr>
            <a:xfrm rot="10800000" flipH="1">
              <a:off x="-30418" y="1087246"/>
              <a:ext cx="3052323" cy="5770752"/>
            </a:xfrm>
            <a:custGeom>
              <a:avLst/>
              <a:gdLst/>
              <a:ahLst/>
              <a:cxnLst/>
              <a:rect l="l" t="t" r="r" b="b"/>
              <a:pathLst>
                <a:path w="3052323" h="5770752" extrusionOk="0">
                  <a:moveTo>
                    <a:pt x="1248303" y="5770752"/>
                  </a:moveTo>
                  <a:lnTo>
                    <a:pt x="1248303" y="3536004"/>
                  </a:lnTo>
                  <a:cubicBezTo>
                    <a:pt x="1507848" y="3669351"/>
                    <a:pt x="1795834" y="3738182"/>
                    <a:pt x="2087708" y="3736563"/>
                  </a:cubicBezTo>
                  <a:cubicBezTo>
                    <a:pt x="2406158" y="3736833"/>
                    <a:pt x="2719962" y="3659901"/>
                    <a:pt x="3001925" y="3511981"/>
                  </a:cubicBezTo>
                  <a:cubicBezTo>
                    <a:pt x="3077007" y="1823303"/>
                    <a:pt x="3058642" y="1083155"/>
                    <a:pt x="3008946" y="10455"/>
                  </a:cubicBezTo>
                  <a:lnTo>
                    <a:pt x="2986266" y="0"/>
                  </a:lnTo>
                  <a:lnTo>
                    <a:pt x="30419" y="0"/>
                  </a:lnTo>
                  <a:lnTo>
                    <a:pt x="6350" y="5424"/>
                  </a:lnTo>
                  <a:cubicBezTo>
                    <a:pt x="100336" y="3992555"/>
                    <a:pt x="0" y="5466541"/>
                    <a:pt x="0" y="5466541"/>
                  </a:cubicBezTo>
                  <a:lnTo>
                    <a:pt x="1248303" y="5770752"/>
                  </a:lnTo>
                  <a:close/>
                  <a:moveTo>
                    <a:pt x="2029641" y="2696524"/>
                  </a:moveTo>
                  <a:cubicBezTo>
                    <a:pt x="1599946" y="2696524"/>
                    <a:pt x="1248844" y="2265177"/>
                    <a:pt x="1248844" y="1735035"/>
                  </a:cubicBezTo>
                  <a:cubicBezTo>
                    <a:pt x="1248844" y="1198686"/>
                    <a:pt x="1599135" y="763289"/>
                    <a:pt x="2029641" y="763289"/>
                  </a:cubicBezTo>
                  <a:cubicBezTo>
                    <a:pt x="2448533" y="763289"/>
                    <a:pt x="2802877" y="1208944"/>
                    <a:pt x="2802877" y="1735035"/>
                  </a:cubicBezTo>
                  <a:cubicBezTo>
                    <a:pt x="2802877" y="2255998"/>
                    <a:pt x="2448533" y="2696524"/>
                    <a:pt x="2029641" y="2696524"/>
                  </a:cubicBezTo>
                  <a:close/>
                </a:path>
              </a:pathLst>
            </a:custGeom>
            <a:solidFill>
              <a:schemeClr val="accent1">
                <a:alpha val="102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33c9240afdf_0_395"/>
            <p:cNvSpPr/>
            <p:nvPr/>
          </p:nvSpPr>
          <p:spPr>
            <a:xfrm rot="10800000" flipH="1">
              <a:off x="3163803" y="3189368"/>
              <a:ext cx="5565515" cy="3668630"/>
            </a:xfrm>
            <a:custGeom>
              <a:avLst/>
              <a:gdLst/>
              <a:ahLst/>
              <a:cxnLst/>
              <a:rect l="l" t="t" r="r" b="b"/>
              <a:pathLst>
                <a:path w="5565515" h="3668630" extrusionOk="0">
                  <a:moveTo>
                    <a:pt x="2014246" y="3668541"/>
                  </a:moveTo>
                  <a:cubicBezTo>
                    <a:pt x="2444753" y="3668541"/>
                    <a:pt x="2815570" y="3517381"/>
                    <a:pt x="3079167" y="3239082"/>
                  </a:cubicBezTo>
                  <a:cubicBezTo>
                    <a:pt x="3376795" y="3517381"/>
                    <a:pt x="3792987" y="3668541"/>
                    <a:pt x="4273725" y="3668541"/>
                  </a:cubicBezTo>
                  <a:cubicBezTo>
                    <a:pt x="4713414" y="3668541"/>
                    <a:pt x="5083421" y="3527098"/>
                    <a:pt x="5343236" y="3259597"/>
                  </a:cubicBezTo>
                  <a:cubicBezTo>
                    <a:pt x="5360792" y="3241511"/>
                    <a:pt x="5377807" y="3222617"/>
                    <a:pt x="5394552" y="3203452"/>
                  </a:cubicBezTo>
                  <a:cubicBezTo>
                    <a:pt x="5391581" y="3200484"/>
                    <a:pt x="5388882" y="3197512"/>
                    <a:pt x="5385910" y="3194813"/>
                  </a:cubicBezTo>
                  <a:cubicBezTo>
                    <a:pt x="4548126" y="2338597"/>
                    <a:pt x="4563249" y="965737"/>
                    <a:pt x="5419941" y="128414"/>
                  </a:cubicBezTo>
                  <a:lnTo>
                    <a:pt x="5565515" y="0"/>
                  </a:lnTo>
                  <a:lnTo>
                    <a:pt x="4546107" y="0"/>
                  </a:lnTo>
                  <a:lnTo>
                    <a:pt x="4546270" y="2925"/>
                  </a:lnTo>
                  <a:cubicBezTo>
                    <a:pt x="4601430" y="1119671"/>
                    <a:pt x="4533541" y="1831399"/>
                    <a:pt x="4533541" y="1831399"/>
                  </a:cubicBezTo>
                  <a:cubicBezTo>
                    <a:pt x="4533541" y="2207142"/>
                    <a:pt x="4383108" y="2457637"/>
                    <a:pt x="3990684" y="2457637"/>
                  </a:cubicBezTo>
                  <a:cubicBezTo>
                    <a:pt x="3855914" y="2457637"/>
                    <a:pt x="3445125" y="2457637"/>
                    <a:pt x="3445125" y="1780111"/>
                  </a:cubicBezTo>
                  <a:cubicBezTo>
                    <a:pt x="3445125" y="1780111"/>
                    <a:pt x="3387443" y="1261499"/>
                    <a:pt x="3434310" y="30107"/>
                  </a:cubicBezTo>
                  <a:lnTo>
                    <a:pt x="3435583" y="0"/>
                  </a:lnTo>
                  <a:lnTo>
                    <a:pt x="2376350" y="0"/>
                  </a:lnTo>
                  <a:lnTo>
                    <a:pt x="2376679" y="8397"/>
                  </a:lnTo>
                  <a:cubicBezTo>
                    <a:pt x="2416408" y="1148851"/>
                    <a:pt x="2367511" y="1831399"/>
                    <a:pt x="2367511" y="1831399"/>
                  </a:cubicBezTo>
                  <a:cubicBezTo>
                    <a:pt x="2367511" y="2207142"/>
                    <a:pt x="2244623" y="2457637"/>
                    <a:pt x="1852469" y="2457637"/>
                  </a:cubicBezTo>
                  <a:cubicBezTo>
                    <a:pt x="1717700" y="2457637"/>
                    <a:pt x="1206172" y="2457637"/>
                    <a:pt x="1206172" y="1780111"/>
                  </a:cubicBezTo>
                  <a:cubicBezTo>
                    <a:pt x="1174167" y="1278652"/>
                    <a:pt x="1174065" y="775825"/>
                    <a:pt x="1205867" y="274705"/>
                  </a:cubicBezTo>
                  <a:lnTo>
                    <a:pt x="1229162" y="0"/>
                  </a:lnTo>
                  <a:lnTo>
                    <a:pt x="10623" y="0"/>
                  </a:lnTo>
                  <a:lnTo>
                    <a:pt x="20228" y="213304"/>
                  </a:lnTo>
                  <a:cubicBezTo>
                    <a:pt x="63216" y="1199338"/>
                    <a:pt x="74205" y="1968221"/>
                    <a:pt x="0" y="3602406"/>
                  </a:cubicBezTo>
                  <a:lnTo>
                    <a:pt x="1146215" y="3602406"/>
                  </a:lnTo>
                  <a:lnTo>
                    <a:pt x="1248303" y="3463932"/>
                  </a:lnTo>
                  <a:cubicBezTo>
                    <a:pt x="1480032" y="3600788"/>
                    <a:pt x="1744978" y="3671510"/>
                    <a:pt x="2014246" y="3668541"/>
                  </a:cubicBezTo>
                  <a:close/>
                </a:path>
              </a:pathLst>
            </a:custGeom>
            <a:solidFill>
              <a:schemeClr val="accent1">
                <a:alpha val="102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3c9240afdf_0_395"/>
            <p:cNvSpPr/>
            <p:nvPr/>
          </p:nvSpPr>
          <p:spPr>
            <a:xfrm rot="10800000" flipH="1">
              <a:off x="8146888" y="3202414"/>
              <a:ext cx="4045107" cy="3655584"/>
            </a:xfrm>
            <a:custGeom>
              <a:avLst/>
              <a:gdLst/>
              <a:ahLst/>
              <a:cxnLst/>
              <a:rect l="l" t="t" r="r" b="b"/>
              <a:pathLst>
                <a:path w="4045107" h="3655584" extrusionOk="0">
                  <a:moveTo>
                    <a:pt x="1958208" y="3655584"/>
                  </a:moveTo>
                  <a:cubicBezTo>
                    <a:pt x="2257994" y="3655584"/>
                    <a:pt x="2582900" y="3503343"/>
                    <a:pt x="2837316" y="3371347"/>
                  </a:cubicBezTo>
                  <a:lnTo>
                    <a:pt x="2924010" y="3589449"/>
                  </a:lnTo>
                  <a:lnTo>
                    <a:pt x="4045107" y="3589989"/>
                  </a:lnTo>
                  <a:cubicBezTo>
                    <a:pt x="3994061" y="1908061"/>
                    <a:pt x="4045107" y="37448"/>
                    <a:pt x="4045107" y="37448"/>
                  </a:cubicBezTo>
                  <a:lnTo>
                    <a:pt x="4043568" y="0"/>
                  </a:lnTo>
                  <a:lnTo>
                    <a:pt x="928869" y="0"/>
                  </a:lnTo>
                  <a:lnTo>
                    <a:pt x="869041" y="36603"/>
                  </a:lnTo>
                  <a:cubicBezTo>
                    <a:pt x="350542" y="388724"/>
                    <a:pt x="8070" y="980143"/>
                    <a:pt x="137" y="1652435"/>
                  </a:cubicBezTo>
                  <a:cubicBezTo>
                    <a:pt x="-12556" y="2745919"/>
                    <a:pt x="864118" y="3642894"/>
                    <a:pt x="1958208" y="3655584"/>
                  </a:cubicBezTo>
                  <a:close/>
                  <a:moveTo>
                    <a:pt x="2016816" y="2598539"/>
                  </a:moveTo>
                  <a:cubicBezTo>
                    <a:pt x="1597653" y="2598539"/>
                    <a:pt x="1243580" y="2156935"/>
                    <a:pt x="1243580" y="1634081"/>
                  </a:cubicBezTo>
                  <a:cubicBezTo>
                    <a:pt x="1243580" y="1106369"/>
                    <a:pt x="1597653" y="660444"/>
                    <a:pt x="2016816" y="660444"/>
                  </a:cubicBezTo>
                  <a:cubicBezTo>
                    <a:pt x="2446238" y="660444"/>
                    <a:pt x="2797341" y="1097192"/>
                    <a:pt x="2797341" y="1634081"/>
                  </a:cubicBezTo>
                  <a:cubicBezTo>
                    <a:pt x="2797341" y="2166652"/>
                    <a:pt x="2447320" y="2598539"/>
                    <a:pt x="2016816" y="2598539"/>
                  </a:cubicBezTo>
                  <a:close/>
                </a:path>
              </a:pathLst>
            </a:custGeom>
            <a:solidFill>
              <a:schemeClr val="accent1">
                <a:alpha val="102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g33c9240afdf_0_395"/>
          <p:cNvSpPr txBox="1">
            <a:spLocks noGrp="1"/>
          </p:cNvSpPr>
          <p:nvPr>
            <p:ph type="body" idx="1"/>
          </p:nvPr>
        </p:nvSpPr>
        <p:spPr>
          <a:xfrm>
            <a:off x="4529138" y="914399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6600"/>
              <a:buNone/>
              <a:defRPr sz="66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33c9240afdf_0_395"/>
          <p:cNvSpPr txBox="1">
            <a:spLocks noGrp="1"/>
          </p:cNvSpPr>
          <p:nvPr>
            <p:ph type="body" idx="2"/>
          </p:nvPr>
        </p:nvSpPr>
        <p:spPr>
          <a:xfrm>
            <a:off x="4529138" y="2053827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6600"/>
              <a:buNone/>
              <a:defRPr sz="66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g33c9240afdf_0_395"/>
          <p:cNvSpPr txBox="1">
            <a:spLocks noGrp="1"/>
          </p:cNvSpPr>
          <p:nvPr>
            <p:ph type="body" idx="3"/>
          </p:nvPr>
        </p:nvSpPr>
        <p:spPr>
          <a:xfrm>
            <a:off x="4529138" y="3193255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6600"/>
              <a:buNone/>
              <a:defRPr sz="66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g33c9240afdf_0_395"/>
          <p:cNvSpPr txBox="1">
            <a:spLocks noGrp="1"/>
          </p:cNvSpPr>
          <p:nvPr>
            <p:ph type="body" idx="4"/>
          </p:nvPr>
        </p:nvSpPr>
        <p:spPr>
          <a:xfrm>
            <a:off x="4529138" y="4332683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6600"/>
              <a:buNone/>
              <a:defRPr sz="66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g33c9240afdf_0_395"/>
          <p:cNvSpPr txBox="1">
            <a:spLocks noGrp="1"/>
          </p:cNvSpPr>
          <p:nvPr>
            <p:ph type="body" idx="5"/>
          </p:nvPr>
        </p:nvSpPr>
        <p:spPr>
          <a:xfrm>
            <a:off x="4529138" y="5472112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6600"/>
              <a:buNone/>
              <a:defRPr sz="66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g33c9240afdf_0_395"/>
          <p:cNvSpPr txBox="1">
            <a:spLocks noGrp="1"/>
          </p:cNvSpPr>
          <p:nvPr>
            <p:ph type="body" idx="6"/>
          </p:nvPr>
        </p:nvSpPr>
        <p:spPr>
          <a:xfrm>
            <a:off x="6096000" y="942975"/>
            <a:ext cx="47100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g33c9240afdf_0_395"/>
          <p:cNvSpPr>
            <a:spLocks noGrp="1"/>
          </p:cNvSpPr>
          <p:nvPr>
            <p:ph type="pic" idx="7"/>
          </p:nvPr>
        </p:nvSpPr>
        <p:spPr>
          <a:xfrm>
            <a:off x="4549775" y="708026"/>
            <a:ext cx="9621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16" name="Google Shape;416;g33c9240afdf_0_395"/>
          <p:cNvSpPr>
            <a:spLocks noGrp="1"/>
          </p:cNvSpPr>
          <p:nvPr>
            <p:ph type="pic" idx="8"/>
          </p:nvPr>
        </p:nvSpPr>
        <p:spPr>
          <a:xfrm>
            <a:off x="4549775" y="1854654"/>
            <a:ext cx="9621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17" name="Google Shape;417;g33c9240afdf_0_395"/>
          <p:cNvSpPr>
            <a:spLocks noGrp="1"/>
          </p:cNvSpPr>
          <p:nvPr>
            <p:ph type="pic" idx="9"/>
          </p:nvPr>
        </p:nvSpPr>
        <p:spPr>
          <a:xfrm>
            <a:off x="4549775" y="2979512"/>
            <a:ext cx="9621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18" name="Google Shape;418;g33c9240afdf_0_395"/>
          <p:cNvSpPr>
            <a:spLocks noGrp="1"/>
          </p:cNvSpPr>
          <p:nvPr>
            <p:ph type="pic" idx="13"/>
          </p:nvPr>
        </p:nvSpPr>
        <p:spPr>
          <a:xfrm>
            <a:off x="4549775" y="4126140"/>
            <a:ext cx="9621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19" name="Google Shape;419;g33c9240afdf_0_395"/>
          <p:cNvSpPr>
            <a:spLocks noGrp="1"/>
          </p:cNvSpPr>
          <p:nvPr>
            <p:ph type="pic" idx="14"/>
          </p:nvPr>
        </p:nvSpPr>
        <p:spPr>
          <a:xfrm>
            <a:off x="4549775" y="5229226"/>
            <a:ext cx="9621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20" name="Google Shape;420;g33c9240afdf_0_395"/>
          <p:cNvSpPr txBox="1">
            <a:spLocks noGrp="1"/>
          </p:cNvSpPr>
          <p:nvPr>
            <p:ph type="body" idx="15"/>
          </p:nvPr>
        </p:nvSpPr>
        <p:spPr>
          <a:xfrm>
            <a:off x="6096000" y="2092902"/>
            <a:ext cx="47100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1" name="Google Shape;421;g33c9240afdf_0_395"/>
          <p:cNvSpPr txBox="1">
            <a:spLocks noGrp="1"/>
          </p:cNvSpPr>
          <p:nvPr>
            <p:ph type="body" idx="16"/>
          </p:nvPr>
        </p:nvSpPr>
        <p:spPr>
          <a:xfrm>
            <a:off x="6096000" y="3187411"/>
            <a:ext cx="47100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2" name="Google Shape;422;g33c9240afdf_0_395"/>
          <p:cNvSpPr txBox="1">
            <a:spLocks noGrp="1"/>
          </p:cNvSpPr>
          <p:nvPr>
            <p:ph type="body" idx="17"/>
          </p:nvPr>
        </p:nvSpPr>
        <p:spPr>
          <a:xfrm>
            <a:off x="6096000" y="4337338"/>
            <a:ext cx="47100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3" name="Google Shape;423;g33c9240afdf_0_395"/>
          <p:cNvSpPr txBox="1">
            <a:spLocks noGrp="1"/>
          </p:cNvSpPr>
          <p:nvPr>
            <p:ph type="body" idx="18"/>
          </p:nvPr>
        </p:nvSpPr>
        <p:spPr>
          <a:xfrm>
            <a:off x="6096000" y="5487265"/>
            <a:ext cx="47100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Blue">
  <p:cSld name="Section Header Blue">
    <p:bg>
      <p:bgPr>
        <a:solidFill>
          <a:schemeClr val="accent1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g33c9240afdf_0_415"/>
          <p:cNvGrpSpPr/>
          <p:nvPr/>
        </p:nvGrpSpPr>
        <p:grpSpPr>
          <a:xfrm>
            <a:off x="-30418" y="1087232"/>
            <a:ext cx="12222413" cy="5770752"/>
            <a:chOff x="-30418" y="1087246"/>
            <a:chExt cx="12222413" cy="5770752"/>
          </a:xfrm>
        </p:grpSpPr>
        <p:sp>
          <p:nvSpPr>
            <p:cNvPr id="426" name="Google Shape;426;g33c9240afdf_0_415"/>
            <p:cNvSpPr/>
            <p:nvPr/>
          </p:nvSpPr>
          <p:spPr>
            <a:xfrm rot="10800000" flipH="1">
              <a:off x="-30418" y="1087246"/>
              <a:ext cx="3052323" cy="5770752"/>
            </a:xfrm>
            <a:custGeom>
              <a:avLst/>
              <a:gdLst/>
              <a:ahLst/>
              <a:cxnLst/>
              <a:rect l="l" t="t" r="r" b="b"/>
              <a:pathLst>
                <a:path w="3052323" h="5770752" extrusionOk="0">
                  <a:moveTo>
                    <a:pt x="1248303" y="5770752"/>
                  </a:moveTo>
                  <a:lnTo>
                    <a:pt x="1248303" y="3536004"/>
                  </a:lnTo>
                  <a:cubicBezTo>
                    <a:pt x="1507848" y="3669351"/>
                    <a:pt x="1795834" y="3738182"/>
                    <a:pt x="2087708" y="3736563"/>
                  </a:cubicBezTo>
                  <a:cubicBezTo>
                    <a:pt x="2406158" y="3736833"/>
                    <a:pt x="2719962" y="3659901"/>
                    <a:pt x="3001925" y="3511981"/>
                  </a:cubicBezTo>
                  <a:cubicBezTo>
                    <a:pt x="3077007" y="1823303"/>
                    <a:pt x="3058642" y="1083155"/>
                    <a:pt x="3008946" y="10455"/>
                  </a:cubicBezTo>
                  <a:lnTo>
                    <a:pt x="2986266" y="0"/>
                  </a:lnTo>
                  <a:lnTo>
                    <a:pt x="30419" y="0"/>
                  </a:lnTo>
                  <a:lnTo>
                    <a:pt x="6350" y="5424"/>
                  </a:lnTo>
                  <a:cubicBezTo>
                    <a:pt x="100336" y="3992555"/>
                    <a:pt x="0" y="5466541"/>
                    <a:pt x="0" y="5466541"/>
                  </a:cubicBezTo>
                  <a:lnTo>
                    <a:pt x="1248303" y="5770752"/>
                  </a:lnTo>
                  <a:close/>
                  <a:moveTo>
                    <a:pt x="2029641" y="2696524"/>
                  </a:moveTo>
                  <a:cubicBezTo>
                    <a:pt x="1599946" y="2696524"/>
                    <a:pt x="1248844" y="2265177"/>
                    <a:pt x="1248844" y="1735035"/>
                  </a:cubicBezTo>
                  <a:cubicBezTo>
                    <a:pt x="1248844" y="1198686"/>
                    <a:pt x="1599135" y="763289"/>
                    <a:pt x="2029641" y="763289"/>
                  </a:cubicBezTo>
                  <a:cubicBezTo>
                    <a:pt x="2448533" y="763289"/>
                    <a:pt x="2802877" y="1208944"/>
                    <a:pt x="2802877" y="1735035"/>
                  </a:cubicBezTo>
                  <a:cubicBezTo>
                    <a:pt x="2802877" y="2255998"/>
                    <a:pt x="2448533" y="2696524"/>
                    <a:pt x="2029641" y="2696524"/>
                  </a:cubicBezTo>
                  <a:close/>
                </a:path>
              </a:pathLst>
            </a:custGeom>
            <a:solidFill>
              <a:srgbClr val="181744">
                <a:alpha val="250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3c9240afdf_0_415"/>
            <p:cNvSpPr/>
            <p:nvPr/>
          </p:nvSpPr>
          <p:spPr>
            <a:xfrm rot="10800000" flipH="1">
              <a:off x="3163803" y="3189368"/>
              <a:ext cx="5565515" cy="3668630"/>
            </a:xfrm>
            <a:custGeom>
              <a:avLst/>
              <a:gdLst/>
              <a:ahLst/>
              <a:cxnLst/>
              <a:rect l="l" t="t" r="r" b="b"/>
              <a:pathLst>
                <a:path w="5565515" h="3668630" extrusionOk="0">
                  <a:moveTo>
                    <a:pt x="2014246" y="3668541"/>
                  </a:moveTo>
                  <a:cubicBezTo>
                    <a:pt x="2444753" y="3668541"/>
                    <a:pt x="2815570" y="3517381"/>
                    <a:pt x="3079167" y="3239082"/>
                  </a:cubicBezTo>
                  <a:cubicBezTo>
                    <a:pt x="3376795" y="3517381"/>
                    <a:pt x="3792987" y="3668541"/>
                    <a:pt x="4273725" y="3668541"/>
                  </a:cubicBezTo>
                  <a:cubicBezTo>
                    <a:pt x="4713414" y="3668541"/>
                    <a:pt x="5083421" y="3527098"/>
                    <a:pt x="5343236" y="3259597"/>
                  </a:cubicBezTo>
                  <a:cubicBezTo>
                    <a:pt x="5360792" y="3241511"/>
                    <a:pt x="5377807" y="3222617"/>
                    <a:pt x="5394552" y="3203452"/>
                  </a:cubicBezTo>
                  <a:cubicBezTo>
                    <a:pt x="5391581" y="3200484"/>
                    <a:pt x="5388882" y="3197512"/>
                    <a:pt x="5385910" y="3194813"/>
                  </a:cubicBezTo>
                  <a:cubicBezTo>
                    <a:pt x="4548126" y="2338597"/>
                    <a:pt x="4563249" y="965737"/>
                    <a:pt x="5419941" y="128414"/>
                  </a:cubicBezTo>
                  <a:lnTo>
                    <a:pt x="5565515" y="0"/>
                  </a:lnTo>
                  <a:lnTo>
                    <a:pt x="4546107" y="0"/>
                  </a:lnTo>
                  <a:lnTo>
                    <a:pt x="4546270" y="2925"/>
                  </a:lnTo>
                  <a:cubicBezTo>
                    <a:pt x="4601430" y="1119671"/>
                    <a:pt x="4533541" y="1831399"/>
                    <a:pt x="4533541" y="1831399"/>
                  </a:cubicBezTo>
                  <a:cubicBezTo>
                    <a:pt x="4533541" y="2207142"/>
                    <a:pt x="4383108" y="2457637"/>
                    <a:pt x="3990684" y="2457637"/>
                  </a:cubicBezTo>
                  <a:cubicBezTo>
                    <a:pt x="3855914" y="2457637"/>
                    <a:pt x="3445125" y="2457637"/>
                    <a:pt x="3445125" y="1780111"/>
                  </a:cubicBezTo>
                  <a:cubicBezTo>
                    <a:pt x="3445125" y="1780111"/>
                    <a:pt x="3387443" y="1261499"/>
                    <a:pt x="3434310" y="30107"/>
                  </a:cubicBezTo>
                  <a:lnTo>
                    <a:pt x="3435583" y="0"/>
                  </a:lnTo>
                  <a:lnTo>
                    <a:pt x="2376350" y="0"/>
                  </a:lnTo>
                  <a:lnTo>
                    <a:pt x="2376679" y="8397"/>
                  </a:lnTo>
                  <a:cubicBezTo>
                    <a:pt x="2416408" y="1148851"/>
                    <a:pt x="2367511" y="1831399"/>
                    <a:pt x="2367511" y="1831399"/>
                  </a:cubicBezTo>
                  <a:cubicBezTo>
                    <a:pt x="2367511" y="2207142"/>
                    <a:pt x="2244623" y="2457637"/>
                    <a:pt x="1852469" y="2457637"/>
                  </a:cubicBezTo>
                  <a:cubicBezTo>
                    <a:pt x="1717700" y="2457637"/>
                    <a:pt x="1206172" y="2457637"/>
                    <a:pt x="1206172" y="1780111"/>
                  </a:cubicBezTo>
                  <a:cubicBezTo>
                    <a:pt x="1174167" y="1278652"/>
                    <a:pt x="1174065" y="775825"/>
                    <a:pt x="1205867" y="274705"/>
                  </a:cubicBezTo>
                  <a:lnTo>
                    <a:pt x="1229162" y="0"/>
                  </a:lnTo>
                  <a:lnTo>
                    <a:pt x="10623" y="0"/>
                  </a:lnTo>
                  <a:lnTo>
                    <a:pt x="20228" y="213304"/>
                  </a:lnTo>
                  <a:cubicBezTo>
                    <a:pt x="63216" y="1199338"/>
                    <a:pt x="74205" y="1968221"/>
                    <a:pt x="0" y="3602406"/>
                  </a:cubicBezTo>
                  <a:lnTo>
                    <a:pt x="1146215" y="3602406"/>
                  </a:lnTo>
                  <a:lnTo>
                    <a:pt x="1248303" y="3463932"/>
                  </a:lnTo>
                  <a:cubicBezTo>
                    <a:pt x="1480032" y="3600788"/>
                    <a:pt x="1744978" y="3671510"/>
                    <a:pt x="2014246" y="3668541"/>
                  </a:cubicBezTo>
                  <a:close/>
                </a:path>
              </a:pathLst>
            </a:custGeom>
            <a:solidFill>
              <a:srgbClr val="181744">
                <a:alpha val="250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3c9240afdf_0_415"/>
            <p:cNvSpPr/>
            <p:nvPr/>
          </p:nvSpPr>
          <p:spPr>
            <a:xfrm rot="10800000" flipH="1">
              <a:off x="8146888" y="3202414"/>
              <a:ext cx="4045107" cy="3655584"/>
            </a:xfrm>
            <a:custGeom>
              <a:avLst/>
              <a:gdLst/>
              <a:ahLst/>
              <a:cxnLst/>
              <a:rect l="l" t="t" r="r" b="b"/>
              <a:pathLst>
                <a:path w="4045107" h="3655584" extrusionOk="0">
                  <a:moveTo>
                    <a:pt x="1958208" y="3655584"/>
                  </a:moveTo>
                  <a:cubicBezTo>
                    <a:pt x="2257994" y="3655584"/>
                    <a:pt x="2582900" y="3503343"/>
                    <a:pt x="2837316" y="3371347"/>
                  </a:cubicBezTo>
                  <a:lnTo>
                    <a:pt x="2924010" y="3589449"/>
                  </a:lnTo>
                  <a:lnTo>
                    <a:pt x="4045107" y="3589989"/>
                  </a:lnTo>
                  <a:cubicBezTo>
                    <a:pt x="3994061" y="1908061"/>
                    <a:pt x="4045107" y="37448"/>
                    <a:pt x="4045107" y="37448"/>
                  </a:cubicBezTo>
                  <a:lnTo>
                    <a:pt x="4043568" y="0"/>
                  </a:lnTo>
                  <a:lnTo>
                    <a:pt x="928869" y="0"/>
                  </a:lnTo>
                  <a:lnTo>
                    <a:pt x="869041" y="36603"/>
                  </a:lnTo>
                  <a:cubicBezTo>
                    <a:pt x="350542" y="388724"/>
                    <a:pt x="8070" y="980143"/>
                    <a:pt x="137" y="1652435"/>
                  </a:cubicBezTo>
                  <a:cubicBezTo>
                    <a:pt x="-12556" y="2745919"/>
                    <a:pt x="864118" y="3642894"/>
                    <a:pt x="1958208" y="3655584"/>
                  </a:cubicBezTo>
                  <a:close/>
                  <a:moveTo>
                    <a:pt x="2016816" y="2598539"/>
                  </a:moveTo>
                  <a:cubicBezTo>
                    <a:pt x="1597653" y="2598539"/>
                    <a:pt x="1243580" y="2156935"/>
                    <a:pt x="1243580" y="1634081"/>
                  </a:cubicBezTo>
                  <a:cubicBezTo>
                    <a:pt x="1243580" y="1106369"/>
                    <a:pt x="1597653" y="660444"/>
                    <a:pt x="2016816" y="660444"/>
                  </a:cubicBezTo>
                  <a:cubicBezTo>
                    <a:pt x="2446238" y="660444"/>
                    <a:pt x="2797341" y="1097192"/>
                    <a:pt x="2797341" y="1634081"/>
                  </a:cubicBezTo>
                  <a:cubicBezTo>
                    <a:pt x="2797341" y="2166652"/>
                    <a:pt x="2447320" y="2598539"/>
                    <a:pt x="2016816" y="2598539"/>
                  </a:cubicBezTo>
                  <a:close/>
                </a:path>
              </a:pathLst>
            </a:custGeom>
            <a:solidFill>
              <a:srgbClr val="181744">
                <a:alpha val="2509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g33c9240afdf_0_415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g33c9240afdf_0_415"/>
          <p:cNvSpPr>
            <a:spLocks noGrp="1"/>
          </p:cNvSpPr>
          <p:nvPr>
            <p:ph type="pic" idx="2"/>
          </p:nvPr>
        </p:nvSpPr>
        <p:spPr>
          <a:xfrm>
            <a:off x="766762" y="4076700"/>
            <a:ext cx="108156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31" name="Google Shape;431;g33c9240afdf_0_415"/>
          <p:cNvSpPr txBox="1">
            <a:spLocks noGrp="1"/>
          </p:cNvSpPr>
          <p:nvPr>
            <p:ph type="title"/>
          </p:nvPr>
        </p:nvSpPr>
        <p:spPr>
          <a:xfrm>
            <a:off x="3338514" y="4385045"/>
            <a:ext cx="8244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g33c9240afdf_0_415"/>
          <p:cNvSpPr txBox="1">
            <a:spLocks noGrp="1"/>
          </p:cNvSpPr>
          <p:nvPr>
            <p:ph type="body" idx="3"/>
          </p:nvPr>
        </p:nvSpPr>
        <p:spPr>
          <a:xfrm>
            <a:off x="766763" y="4296557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6600"/>
              <a:buNone/>
              <a:defRPr sz="66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3 Content">
  <p:cSld name="Text and 3 Content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3c9240afdf_0_433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g33c9240afdf_0_433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g33c9240afdf_0_433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55944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g33c9240afdf_0_433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g33c9240afdf_0_433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55944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g33c9240afdf_0_433"/>
          <p:cNvSpPr txBox="1">
            <a:spLocks noGrp="1"/>
          </p:cNvSpPr>
          <p:nvPr>
            <p:ph type="body" idx="3"/>
          </p:nvPr>
        </p:nvSpPr>
        <p:spPr>
          <a:xfrm>
            <a:off x="7356475" y="4743279"/>
            <a:ext cx="2114700" cy="211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7400"/>
              <a:buFont typeface="Arial"/>
              <a:buNone/>
              <a:defRPr sz="7400">
                <a:solidFill>
                  <a:schemeClr val="accent3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>
                <a:solidFill>
                  <a:schemeClr val="accent3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/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9" name="Google Shape;449;g33c9240afdf_0_433"/>
          <p:cNvSpPr txBox="1">
            <a:spLocks noGrp="1"/>
          </p:cNvSpPr>
          <p:nvPr>
            <p:ph type="body" idx="4"/>
          </p:nvPr>
        </p:nvSpPr>
        <p:spPr>
          <a:xfrm>
            <a:off x="9471196" y="4743279"/>
            <a:ext cx="2114700" cy="211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7400"/>
              <a:buFont typeface="Arial"/>
              <a:buNone/>
              <a:defRPr sz="7400">
                <a:solidFill>
                  <a:schemeClr val="accent3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>
                <a:solidFill>
                  <a:schemeClr val="accent3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/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0" name="Google Shape;450;g33c9240afdf_0_433"/>
          <p:cNvSpPr txBox="1">
            <a:spLocks noGrp="1"/>
          </p:cNvSpPr>
          <p:nvPr>
            <p:ph type="body" idx="5"/>
          </p:nvPr>
        </p:nvSpPr>
        <p:spPr>
          <a:xfrm>
            <a:off x="7356475" y="0"/>
            <a:ext cx="4229400" cy="474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80000" tIns="180000" rIns="180000" bIns="180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3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Light Blue">
  <p:cSld name="Section Header Light Blue">
    <p:bg>
      <p:bgPr>
        <a:solidFill>
          <a:schemeClr val="accent2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g33c9240afdf_0_448"/>
          <p:cNvGrpSpPr/>
          <p:nvPr/>
        </p:nvGrpSpPr>
        <p:grpSpPr>
          <a:xfrm>
            <a:off x="-30418" y="1087232"/>
            <a:ext cx="12222413" cy="5770752"/>
            <a:chOff x="-30418" y="1087246"/>
            <a:chExt cx="12222413" cy="5770752"/>
          </a:xfrm>
        </p:grpSpPr>
        <p:sp>
          <p:nvSpPr>
            <p:cNvPr id="459" name="Google Shape;459;g33c9240afdf_0_448"/>
            <p:cNvSpPr/>
            <p:nvPr/>
          </p:nvSpPr>
          <p:spPr>
            <a:xfrm rot="10800000" flipH="1">
              <a:off x="-30418" y="1087246"/>
              <a:ext cx="3052323" cy="5770752"/>
            </a:xfrm>
            <a:custGeom>
              <a:avLst/>
              <a:gdLst/>
              <a:ahLst/>
              <a:cxnLst/>
              <a:rect l="l" t="t" r="r" b="b"/>
              <a:pathLst>
                <a:path w="3052323" h="5770752" extrusionOk="0">
                  <a:moveTo>
                    <a:pt x="1248303" y="5770752"/>
                  </a:moveTo>
                  <a:lnTo>
                    <a:pt x="1248303" y="3536004"/>
                  </a:lnTo>
                  <a:cubicBezTo>
                    <a:pt x="1507848" y="3669351"/>
                    <a:pt x="1795834" y="3738182"/>
                    <a:pt x="2087708" y="3736563"/>
                  </a:cubicBezTo>
                  <a:cubicBezTo>
                    <a:pt x="2406158" y="3736833"/>
                    <a:pt x="2719962" y="3659901"/>
                    <a:pt x="3001925" y="3511981"/>
                  </a:cubicBezTo>
                  <a:cubicBezTo>
                    <a:pt x="3077007" y="1823303"/>
                    <a:pt x="3058642" y="1083155"/>
                    <a:pt x="3008946" y="10455"/>
                  </a:cubicBezTo>
                  <a:lnTo>
                    <a:pt x="2986266" y="0"/>
                  </a:lnTo>
                  <a:lnTo>
                    <a:pt x="30419" y="0"/>
                  </a:lnTo>
                  <a:lnTo>
                    <a:pt x="6350" y="5424"/>
                  </a:lnTo>
                  <a:cubicBezTo>
                    <a:pt x="100336" y="3992555"/>
                    <a:pt x="0" y="5466541"/>
                    <a:pt x="0" y="5466541"/>
                  </a:cubicBezTo>
                  <a:lnTo>
                    <a:pt x="1248303" y="5770752"/>
                  </a:lnTo>
                  <a:close/>
                  <a:moveTo>
                    <a:pt x="2029641" y="2696524"/>
                  </a:moveTo>
                  <a:cubicBezTo>
                    <a:pt x="1599946" y="2696524"/>
                    <a:pt x="1248844" y="2265177"/>
                    <a:pt x="1248844" y="1735035"/>
                  </a:cubicBezTo>
                  <a:cubicBezTo>
                    <a:pt x="1248844" y="1198686"/>
                    <a:pt x="1599135" y="763289"/>
                    <a:pt x="2029641" y="763289"/>
                  </a:cubicBezTo>
                  <a:cubicBezTo>
                    <a:pt x="2448533" y="763289"/>
                    <a:pt x="2802877" y="1208944"/>
                    <a:pt x="2802877" y="1735035"/>
                  </a:cubicBezTo>
                  <a:cubicBezTo>
                    <a:pt x="2802877" y="2255998"/>
                    <a:pt x="2448533" y="2696524"/>
                    <a:pt x="2029641" y="2696524"/>
                  </a:cubicBezTo>
                  <a:close/>
                </a:path>
              </a:pathLst>
            </a:custGeom>
            <a:solidFill>
              <a:srgbClr val="194C84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3c9240afdf_0_448"/>
            <p:cNvSpPr/>
            <p:nvPr/>
          </p:nvSpPr>
          <p:spPr>
            <a:xfrm rot="10800000" flipH="1">
              <a:off x="3163803" y="3189368"/>
              <a:ext cx="5565515" cy="3668630"/>
            </a:xfrm>
            <a:custGeom>
              <a:avLst/>
              <a:gdLst/>
              <a:ahLst/>
              <a:cxnLst/>
              <a:rect l="l" t="t" r="r" b="b"/>
              <a:pathLst>
                <a:path w="5565515" h="3668630" extrusionOk="0">
                  <a:moveTo>
                    <a:pt x="2014246" y="3668541"/>
                  </a:moveTo>
                  <a:cubicBezTo>
                    <a:pt x="2444753" y="3668541"/>
                    <a:pt x="2815570" y="3517381"/>
                    <a:pt x="3079167" y="3239082"/>
                  </a:cubicBezTo>
                  <a:cubicBezTo>
                    <a:pt x="3376795" y="3517381"/>
                    <a:pt x="3792987" y="3668541"/>
                    <a:pt x="4273725" y="3668541"/>
                  </a:cubicBezTo>
                  <a:cubicBezTo>
                    <a:pt x="4713414" y="3668541"/>
                    <a:pt x="5083421" y="3527098"/>
                    <a:pt x="5343236" y="3259597"/>
                  </a:cubicBezTo>
                  <a:cubicBezTo>
                    <a:pt x="5360792" y="3241511"/>
                    <a:pt x="5377807" y="3222617"/>
                    <a:pt x="5394552" y="3203452"/>
                  </a:cubicBezTo>
                  <a:cubicBezTo>
                    <a:pt x="5391581" y="3200484"/>
                    <a:pt x="5388882" y="3197512"/>
                    <a:pt x="5385910" y="3194813"/>
                  </a:cubicBezTo>
                  <a:cubicBezTo>
                    <a:pt x="4548126" y="2338597"/>
                    <a:pt x="4563249" y="965737"/>
                    <a:pt x="5419941" y="128414"/>
                  </a:cubicBezTo>
                  <a:lnTo>
                    <a:pt x="5565515" y="0"/>
                  </a:lnTo>
                  <a:lnTo>
                    <a:pt x="4546107" y="0"/>
                  </a:lnTo>
                  <a:lnTo>
                    <a:pt x="4546270" y="2925"/>
                  </a:lnTo>
                  <a:cubicBezTo>
                    <a:pt x="4601430" y="1119671"/>
                    <a:pt x="4533541" y="1831399"/>
                    <a:pt x="4533541" y="1831399"/>
                  </a:cubicBezTo>
                  <a:cubicBezTo>
                    <a:pt x="4533541" y="2207142"/>
                    <a:pt x="4383108" y="2457637"/>
                    <a:pt x="3990684" y="2457637"/>
                  </a:cubicBezTo>
                  <a:cubicBezTo>
                    <a:pt x="3855914" y="2457637"/>
                    <a:pt x="3445125" y="2457637"/>
                    <a:pt x="3445125" y="1780111"/>
                  </a:cubicBezTo>
                  <a:cubicBezTo>
                    <a:pt x="3445125" y="1780111"/>
                    <a:pt x="3387443" y="1261499"/>
                    <a:pt x="3434310" y="30107"/>
                  </a:cubicBezTo>
                  <a:lnTo>
                    <a:pt x="3435583" y="0"/>
                  </a:lnTo>
                  <a:lnTo>
                    <a:pt x="2376350" y="0"/>
                  </a:lnTo>
                  <a:lnTo>
                    <a:pt x="2376679" y="8397"/>
                  </a:lnTo>
                  <a:cubicBezTo>
                    <a:pt x="2416408" y="1148851"/>
                    <a:pt x="2367511" y="1831399"/>
                    <a:pt x="2367511" y="1831399"/>
                  </a:cubicBezTo>
                  <a:cubicBezTo>
                    <a:pt x="2367511" y="2207142"/>
                    <a:pt x="2244623" y="2457637"/>
                    <a:pt x="1852469" y="2457637"/>
                  </a:cubicBezTo>
                  <a:cubicBezTo>
                    <a:pt x="1717700" y="2457637"/>
                    <a:pt x="1206172" y="2457637"/>
                    <a:pt x="1206172" y="1780111"/>
                  </a:cubicBezTo>
                  <a:cubicBezTo>
                    <a:pt x="1174167" y="1278652"/>
                    <a:pt x="1174065" y="775825"/>
                    <a:pt x="1205867" y="274705"/>
                  </a:cubicBezTo>
                  <a:lnTo>
                    <a:pt x="1229162" y="0"/>
                  </a:lnTo>
                  <a:lnTo>
                    <a:pt x="10623" y="0"/>
                  </a:lnTo>
                  <a:lnTo>
                    <a:pt x="20228" y="213304"/>
                  </a:lnTo>
                  <a:cubicBezTo>
                    <a:pt x="63216" y="1199338"/>
                    <a:pt x="74205" y="1968221"/>
                    <a:pt x="0" y="3602406"/>
                  </a:cubicBezTo>
                  <a:lnTo>
                    <a:pt x="1146215" y="3602406"/>
                  </a:lnTo>
                  <a:lnTo>
                    <a:pt x="1248303" y="3463932"/>
                  </a:lnTo>
                  <a:cubicBezTo>
                    <a:pt x="1480032" y="3600788"/>
                    <a:pt x="1744978" y="3671510"/>
                    <a:pt x="2014246" y="3668541"/>
                  </a:cubicBezTo>
                  <a:close/>
                </a:path>
              </a:pathLst>
            </a:custGeom>
            <a:solidFill>
              <a:srgbClr val="194C84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3c9240afdf_0_448"/>
            <p:cNvSpPr/>
            <p:nvPr/>
          </p:nvSpPr>
          <p:spPr>
            <a:xfrm rot="10800000" flipH="1">
              <a:off x="8146888" y="3202414"/>
              <a:ext cx="4045107" cy="3655584"/>
            </a:xfrm>
            <a:custGeom>
              <a:avLst/>
              <a:gdLst/>
              <a:ahLst/>
              <a:cxnLst/>
              <a:rect l="l" t="t" r="r" b="b"/>
              <a:pathLst>
                <a:path w="4045107" h="3655584" extrusionOk="0">
                  <a:moveTo>
                    <a:pt x="1958208" y="3655584"/>
                  </a:moveTo>
                  <a:cubicBezTo>
                    <a:pt x="2257994" y="3655584"/>
                    <a:pt x="2582900" y="3503343"/>
                    <a:pt x="2837316" y="3371347"/>
                  </a:cubicBezTo>
                  <a:lnTo>
                    <a:pt x="2924010" y="3589449"/>
                  </a:lnTo>
                  <a:lnTo>
                    <a:pt x="4045107" y="3589989"/>
                  </a:lnTo>
                  <a:cubicBezTo>
                    <a:pt x="3994061" y="1908061"/>
                    <a:pt x="4045107" y="37448"/>
                    <a:pt x="4045107" y="37448"/>
                  </a:cubicBezTo>
                  <a:lnTo>
                    <a:pt x="4043568" y="0"/>
                  </a:lnTo>
                  <a:lnTo>
                    <a:pt x="928869" y="0"/>
                  </a:lnTo>
                  <a:lnTo>
                    <a:pt x="869041" y="36603"/>
                  </a:lnTo>
                  <a:cubicBezTo>
                    <a:pt x="350542" y="388724"/>
                    <a:pt x="8070" y="980143"/>
                    <a:pt x="137" y="1652435"/>
                  </a:cubicBezTo>
                  <a:cubicBezTo>
                    <a:pt x="-12556" y="2745919"/>
                    <a:pt x="864118" y="3642894"/>
                    <a:pt x="1958208" y="3655584"/>
                  </a:cubicBezTo>
                  <a:close/>
                  <a:moveTo>
                    <a:pt x="2016816" y="2598539"/>
                  </a:moveTo>
                  <a:cubicBezTo>
                    <a:pt x="1597653" y="2598539"/>
                    <a:pt x="1243580" y="2156935"/>
                    <a:pt x="1243580" y="1634081"/>
                  </a:cubicBezTo>
                  <a:cubicBezTo>
                    <a:pt x="1243580" y="1106369"/>
                    <a:pt x="1597653" y="660444"/>
                    <a:pt x="2016816" y="660444"/>
                  </a:cubicBezTo>
                  <a:cubicBezTo>
                    <a:pt x="2446238" y="660444"/>
                    <a:pt x="2797341" y="1097192"/>
                    <a:pt x="2797341" y="1634081"/>
                  </a:cubicBezTo>
                  <a:cubicBezTo>
                    <a:pt x="2797341" y="2166652"/>
                    <a:pt x="2447320" y="2598539"/>
                    <a:pt x="2016816" y="2598539"/>
                  </a:cubicBezTo>
                  <a:close/>
                </a:path>
              </a:pathLst>
            </a:custGeom>
            <a:solidFill>
              <a:srgbClr val="194C84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g33c9240afdf_0_448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3" name="Google Shape;463;g33c9240afdf_0_448"/>
          <p:cNvSpPr>
            <a:spLocks noGrp="1"/>
          </p:cNvSpPr>
          <p:nvPr>
            <p:ph type="pic" idx="2"/>
          </p:nvPr>
        </p:nvSpPr>
        <p:spPr>
          <a:xfrm>
            <a:off x="766762" y="4076700"/>
            <a:ext cx="108156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64" name="Google Shape;464;g33c9240afdf_0_448"/>
          <p:cNvSpPr txBox="1">
            <a:spLocks noGrp="1"/>
          </p:cNvSpPr>
          <p:nvPr>
            <p:ph type="title"/>
          </p:nvPr>
        </p:nvSpPr>
        <p:spPr>
          <a:xfrm>
            <a:off x="3338514" y="4385045"/>
            <a:ext cx="8244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g33c9240afdf_0_448"/>
          <p:cNvSpPr txBox="1">
            <a:spLocks noGrp="1"/>
          </p:cNvSpPr>
          <p:nvPr>
            <p:ph type="body" idx="3"/>
          </p:nvPr>
        </p:nvSpPr>
        <p:spPr>
          <a:xfrm>
            <a:off x="766763" y="4296557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6600"/>
              <a:buNone/>
              <a:defRPr sz="6600" b="1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g33c9240afdf_0_457"/>
          <p:cNvGrpSpPr/>
          <p:nvPr/>
        </p:nvGrpSpPr>
        <p:grpSpPr>
          <a:xfrm>
            <a:off x="-30418" y="1087232"/>
            <a:ext cx="12222413" cy="5770752"/>
            <a:chOff x="-30418" y="1087246"/>
            <a:chExt cx="12222413" cy="5770752"/>
          </a:xfrm>
        </p:grpSpPr>
        <p:sp>
          <p:nvSpPr>
            <p:cNvPr id="468" name="Google Shape;468;g33c9240afdf_0_457"/>
            <p:cNvSpPr/>
            <p:nvPr/>
          </p:nvSpPr>
          <p:spPr>
            <a:xfrm rot="10800000" flipH="1">
              <a:off x="-30418" y="1087246"/>
              <a:ext cx="3052323" cy="5770752"/>
            </a:xfrm>
            <a:custGeom>
              <a:avLst/>
              <a:gdLst/>
              <a:ahLst/>
              <a:cxnLst/>
              <a:rect l="l" t="t" r="r" b="b"/>
              <a:pathLst>
                <a:path w="3052323" h="5770752" extrusionOk="0">
                  <a:moveTo>
                    <a:pt x="1248303" y="5770752"/>
                  </a:moveTo>
                  <a:lnTo>
                    <a:pt x="1248303" y="3536004"/>
                  </a:lnTo>
                  <a:cubicBezTo>
                    <a:pt x="1507848" y="3669351"/>
                    <a:pt x="1795834" y="3738182"/>
                    <a:pt x="2087708" y="3736563"/>
                  </a:cubicBezTo>
                  <a:cubicBezTo>
                    <a:pt x="2406158" y="3736833"/>
                    <a:pt x="2719962" y="3659901"/>
                    <a:pt x="3001925" y="3511981"/>
                  </a:cubicBezTo>
                  <a:cubicBezTo>
                    <a:pt x="3077007" y="1823303"/>
                    <a:pt x="3058642" y="1083155"/>
                    <a:pt x="3008946" y="10455"/>
                  </a:cubicBezTo>
                  <a:lnTo>
                    <a:pt x="2986266" y="0"/>
                  </a:lnTo>
                  <a:lnTo>
                    <a:pt x="30419" y="0"/>
                  </a:lnTo>
                  <a:lnTo>
                    <a:pt x="6350" y="5424"/>
                  </a:lnTo>
                  <a:cubicBezTo>
                    <a:pt x="100336" y="3992555"/>
                    <a:pt x="0" y="5466541"/>
                    <a:pt x="0" y="5466541"/>
                  </a:cubicBezTo>
                  <a:lnTo>
                    <a:pt x="1248303" y="5770752"/>
                  </a:lnTo>
                  <a:close/>
                  <a:moveTo>
                    <a:pt x="2029641" y="2696524"/>
                  </a:moveTo>
                  <a:cubicBezTo>
                    <a:pt x="1599946" y="2696524"/>
                    <a:pt x="1248844" y="2265177"/>
                    <a:pt x="1248844" y="1735035"/>
                  </a:cubicBezTo>
                  <a:cubicBezTo>
                    <a:pt x="1248844" y="1198686"/>
                    <a:pt x="1599135" y="763289"/>
                    <a:pt x="2029641" y="763289"/>
                  </a:cubicBezTo>
                  <a:cubicBezTo>
                    <a:pt x="2448533" y="763289"/>
                    <a:pt x="2802877" y="1208944"/>
                    <a:pt x="2802877" y="1735035"/>
                  </a:cubicBezTo>
                  <a:cubicBezTo>
                    <a:pt x="2802877" y="2255998"/>
                    <a:pt x="2448533" y="2696524"/>
                    <a:pt x="2029641" y="2696524"/>
                  </a:cubicBezTo>
                  <a:close/>
                </a:path>
              </a:pathLst>
            </a:custGeom>
            <a:solidFill>
              <a:schemeClr val="accent1">
                <a:alpha val="102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3c9240afdf_0_457"/>
            <p:cNvSpPr/>
            <p:nvPr/>
          </p:nvSpPr>
          <p:spPr>
            <a:xfrm rot="10800000" flipH="1">
              <a:off x="3163803" y="3189368"/>
              <a:ext cx="5565515" cy="3668630"/>
            </a:xfrm>
            <a:custGeom>
              <a:avLst/>
              <a:gdLst/>
              <a:ahLst/>
              <a:cxnLst/>
              <a:rect l="l" t="t" r="r" b="b"/>
              <a:pathLst>
                <a:path w="5565515" h="3668630" extrusionOk="0">
                  <a:moveTo>
                    <a:pt x="2014246" y="3668541"/>
                  </a:moveTo>
                  <a:cubicBezTo>
                    <a:pt x="2444753" y="3668541"/>
                    <a:pt x="2815570" y="3517381"/>
                    <a:pt x="3079167" y="3239082"/>
                  </a:cubicBezTo>
                  <a:cubicBezTo>
                    <a:pt x="3376795" y="3517381"/>
                    <a:pt x="3792987" y="3668541"/>
                    <a:pt x="4273725" y="3668541"/>
                  </a:cubicBezTo>
                  <a:cubicBezTo>
                    <a:pt x="4713414" y="3668541"/>
                    <a:pt x="5083421" y="3527098"/>
                    <a:pt x="5343236" y="3259597"/>
                  </a:cubicBezTo>
                  <a:cubicBezTo>
                    <a:pt x="5360792" y="3241511"/>
                    <a:pt x="5377807" y="3222617"/>
                    <a:pt x="5394552" y="3203452"/>
                  </a:cubicBezTo>
                  <a:cubicBezTo>
                    <a:pt x="5391581" y="3200484"/>
                    <a:pt x="5388882" y="3197512"/>
                    <a:pt x="5385910" y="3194813"/>
                  </a:cubicBezTo>
                  <a:cubicBezTo>
                    <a:pt x="4548126" y="2338597"/>
                    <a:pt x="4563249" y="965737"/>
                    <a:pt x="5419941" y="128414"/>
                  </a:cubicBezTo>
                  <a:lnTo>
                    <a:pt x="5565515" y="0"/>
                  </a:lnTo>
                  <a:lnTo>
                    <a:pt x="4546107" y="0"/>
                  </a:lnTo>
                  <a:lnTo>
                    <a:pt x="4546270" y="2925"/>
                  </a:lnTo>
                  <a:cubicBezTo>
                    <a:pt x="4601430" y="1119671"/>
                    <a:pt x="4533541" y="1831399"/>
                    <a:pt x="4533541" y="1831399"/>
                  </a:cubicBezTo>
                  <a:cubicBezTo>
                    <a:pt x="4533541" y="2207142"/>
                    <a:pt x="4383108" y="2457637"/>
                    <a:pt x="3990684" y="2457637"/>
                  </a:cubicBezTo>
                  <a:cubicBezTo>
                    <a:pt x="3855914" y="2457637"/>
                    <a:pt x="3445125" y="2457637"/>
                    <a:pt x="3445125" y="1780111"/>
                  </a:cubicBezTo>
                  <a:cubicBezTo>
                    <a:pt x="3445125" y="1780111"/>
                    <a:pt x="3387443" y="1261499"/>
                    <a:pt x="3434310" y="30107"/>
                  </a:cubicBezTo>
                  <a:lnTo>
                    <a:pt x="3435583" y="0"/>
                  </a:lnTo>
                  <a:lnTo>
                    <a:pt x="2376350" y="0"/>
                  </a:lnTo>
                  <a:lnTo>
                    <a:pt x="2376679" y="8397"/>
                  </a:lnTo>
                  <a:cubicBezTo>
                    <a:pt x="2416408" y="1148851"/>
                    <a:pt x="2367511" y="1831399"/>
                    <a:pt x="2367511" y="1831399"/>
                  </a:cubicBezTo>
                  <a:cubicBezTo>
                    <a:pt x="2367511" y="2207142"/>
                    <a:pt x="2244623" y="2457637"/>
                    <a:pt x="1852469" y="2457637"/>
                  </a:cubicBezTo>
                  <a:cubicBezTo>
                    <a:pt x="1717700" y="2457637"/>
                    <a:pt x="1206172" y="2457637"/>
                    <a:pt x="1206172" y="1780111"/>
                  </a:cubicBezTo>
                  <a:cubicBezTo>
                    <a:pt x="1174167" y="1278652"/>
                    <a:pt x="1174065" y="775825"/>
                    <a:pt x="1205867" y="274705"/>
                  </a:cubicBezTo>
                  <a:lnTo>
                    <a:pt x="1229162" y="0"/>
                  </a:lnTo>
                  <a:lnTo>
                    <a:pt x="10623" y="0"/>
                  </a:lnTo>
                  <a:lnTo>
                    <a:pt x="20228" y="213304"/>
                  </a:lnTo>
                  <a:cubicBezTo>
                    <a:pt x="63216" y="1199338"/>
                    <a:pt x="74205" y="1968221"/>
                    <a:pt x="0" y="3602406"/>
                  </a:cubicBezTo>
                  <a:lnTo>
                    <a:pt x="1146215" y="3602406"/>
                  </a:lnTo>
                  <a:lnTo>
                    <a:pt x="1248303" y="3463932"/>
                  </a:lnTo>
                  <a:cubicBezTo>
                    <a:pt x="1480032" y="3600788"/>
                    <a:pt x="1744978" y="3671510"/>
                    <a:pt x="2014246" y="3668541"/>
                  </a:cubicBezTo>
                  <a:close/>
                </a:path>
              </a:pathLst>
            </a:custGeom>
            <a:solidFill>
              <a:schemeClr val="accent1">
                <a:alpha val="102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3c9240afdf_0_457"/>
            <p:cNvSpPr/>
            <p:nvPr/>
          </p:nvSpPr>
          <p:spPr>
            <a:xfrm rot="10800000" flipH="1">
              <a:off x="8146888" y="3202414"/>
              <a:ext cx="4045107" cy="3655584"/>
            </a:xfrm>
            <a:custGeom>
              <a:avLst/>
              <a:gdLst/>
              <a:ahLst/>
              <a:cxnLst/>
              <a:rect l="l" t="t" r="r" b="b"/>
              <a:pathLst>
                <a:path w="4045107" h="3655584" extrusionOk="0">
                  <a:moveTo>
                    <a:pt x="1958208" y="3655584"/>
                  </a:moveTo>
                  <a:cubicBezTo>
                    <a:pt x="2257994" y="3655584"/>
                    <a:pt x="2582900" y="3503343"/>
                    <a:pt x="2837316" y="3371347"/>
                  </a:cubicBezTo>
                  <a:lnTo>
                    <a:pt x="2924010" y="3589449"/>
                  </a:lnTo>
                  <a:lnTo>
                    <a:pt x="4045107" y="3589989"/>
                  </a:lnTo>
                  <a:cubicBezTo>
                    <a:pt x="3994061" y="1908061"/>
                    <a:pt x="4045107" y="37448"/>
                    <a:pt x="4045107" y="37448"/>
                  </a:cubicBezTo>
                  <a:lnTo>
                    <a:pt x="4043568" y="0"/>
                  </a:lnTo>
                  <a:lnTo>
                    <a:pt x="928869" y="0"/>
                  </a:lnTo>
                  <a:lnTo>
                    <a:pt x="869041" y="36603"/>
                  </a:lnTo>
                  <a:cubicBezTo>
                    <a:pt x="350542" y="388724"/>
                    <a:pt x="8070" y="980143"/>
                    <a:pt x="137" y="1652435"/>
                  </a:cubicBezTo>
                  <a:cubicBezTo>
                    <a:pt x="-12556" y="2745919"/>
                    <a:pt x="864118" y="3642894"/>
                    <a:pt x="1958208" y="3655584"/>
                  </a:cubicBezTo>
                  <a:close/>
                  <a:moveTo>
                    <a:pt x="2016816" y="2598539"/>
                  </a:moveTo>
                  <a:cubicBezTo>
                    <a:pt x="1597653" y="2598539"/>
                    <a:pt x="1243580" y="2156935"/>
                    <a:pt x="1243580" y="1634081"/>
                  </a:cubicBezTo>
                  <a:cubicBezTo>
                    <a:pt x="1243580" y="1106369"/>
                    <a:pt x="1597653" y="660444"/>
                    <a:pt x="2016816" y="660444"/>
                  </a:cubicBezTo>
                  <a:cubicBezTo>
                    <a:pt x="2446238" y="660444"/>
                    <a:pt x="2797341" y="1097192"/>
                    <a:pt x="2797341" y="1634081"/>
                  </a:cubicBezTo>
                  <a:cubicBezTo>
                    <a:pt x="2797341" y="2166652"/>
                    <a:pt x="2447320" y="2598539"/>
                    <a:pt x="2016816" y="2598539"/>
                  </a:cubicBezTo>
                  <a:close/>
                </a:path>
              </a:pathLst>
            </a:custGeom>
            <a:solidFill>
              <a:schemeClr val="accent1">
                <a:alpha val="102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g33c9240afdf_0_457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g33c9240afdf_0_457"/>
          <p:cNvSpPr>
            <a:spLocks noGrp="1"/>
          </p:cNvSpPr>
          <p:nvPr>
            <p:ph type="pic" idx="2"/>
          </p:nvPr>
        </p:nvSpPr>
        <p:spPr>
          <a:xfrm>
            <a:off x="766762" y="4076700"/>
            <a:ext cx="108156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73" name="Google Shape;473;g33c9240afdf_0_457"/>
          <p:cNvSpPr txBox="1">
            <a:spLocks noGrp="1"/>
          </p:cNvSpPr>
          <p:nvPr>
            <p:ph type="title"/>
          </p:nvPr>
        </p:nvSpPr>
        <p:spPr>
          <a:xfrm>
            <a:off x="3338514" y="4385045"/>
            <a:ext cx="8244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g33c9240afdf_0_457"/>
          <p:cNvSpPr txBox="1">
            <a:spLocks noGrp="1"/>
          </p:cNvSpPr>
          <p:nvPr>
            <p:ph type="body" idx="3"/>
          </p:nvPr>
        </p:nvSpPr>
        <p:spPr>
          <a:xfrm>
            <a:off x="766763" y="4296557"/>
            <a:ext cx="10986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6600"/>
              <a:buNone/>
              <a:defRPr sz="6600" b="1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3c9240afdf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"/>
              <a:buNone/>
              <a:defRPr sz="37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11;g33c9240afdf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●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○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■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●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○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■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●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○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 Light"/>
              <a:buChar char="■"/>
              <a:defRPr sz="19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" name="Google Shape;12;g33c9240afdf_0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 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6147" b="16147"/>
          <a:stretch/>
        </p:blipFill>
        <p:spPr>
          <a:xfrm>
            <a:off x="7922316" y="1130974"/>
            <a:ext cx="3377400" cy="4065300"/>
          </a:xfrm>
          <a:prstGeom prst="roundRect">
            <a:avLst>
              <a:gd name="adj" fmla="val 16667"/>
            </a:avLst>
          </a:prstGeom>
        </p:spPr>
      </p:pic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Appendix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Meta performance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Pinterest performance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 drive consideration and conversion of Issey Miyake Le Sel NPD.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 Through Rate (CTR)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Cost Per Mille (CPM)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Return on Ad Spend (ROAS)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Return on Investment (ROI)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Sales volume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New-to-brand &amp; new-to-category measurement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 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 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 dirty="0"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400">
                <a:latin typeface="Poppins"/>
                <a:ea typeface="Poppins"/>
                <a:cs typeface="Poppins"/>
                <a:sym typeface="Poppins"/>
              </a:rPr>
              <a:t>Flight_dates}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0" name="Google Shape;5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5625" y="-9888"/>
            <a:ext cx="3906049" cy="694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 campaign performance}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 engagement performance}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 sales, revenue and ROI performance}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 reach performance}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0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586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Overall Campaign Performance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1" name="Google Shape;571;p10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{ctr_est}%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704151" y="5393842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{CTR}%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{unique and estimated values}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  <a:latin typeface="Poppins" pitchFamily="2" charset="77"/>
              </a:rPr>
              <a:t>{perc_imp}%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744019" y="1893517"/>
            <a:ext cx="2660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  <a:latin typeface="Poppins" pitchFamily="2" charset="77"/>
              </a:rPr>
              <a:t>{perc_clicks}%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20954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20954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20954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3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72628" y="20954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{CTR}%</a:t>
            </a: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56245" y="20954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39863" y="20954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23480" y="20954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20954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 Revenue}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 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 ROI}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3846" y="1952600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0696" y="19526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437929" y="19526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621545" y="19526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813325" y="19526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88778" y="19526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237698" y="19526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4749" y="20954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1400"/>
            </a:pPr>
            <a:r>
              <a:rPr lang="en-US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 Revenue}</a:t>
            </a:r>
            <a:endParaRPr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 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 ROI}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525351" y="19526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390875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2005394" y="33908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3908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3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72628" y="33908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{meta_ctr}%</a:t>
            </a:r>
            <a:endParaRPr lang="en-US"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56245" y="33908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39863" y="33908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23480" y="33908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3908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£{Meta_Revenue}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£{Meta_Brand_ROAS}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£{Meta_Brand_ROI} ROI</a:t>
            </a:r>
          </a:p>
        </p:txBody>
      </p:sp>
      <p:sp>
        <p:nvSpPr>
          <p:cNvPr id="667" name="Google Shape;667;g32d8533fe21_0_59"/>
          <p:cNvSpPr/>
          <p:nvPr/>
        </p:nvSpPr>
        <p:spPr>
          <a:xfrm>
            <a:off x="3183846" y="3248000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2d8533fe21_0_59"/>
          <p:cNvSpPr/>
          <p:nvPr/>
        </p:nvSpPr>
        <p:spPr>
          <a:xfrm>
            <a:off x="2070696" y="32480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2d8533fe21_0_59"/>
          <p:cNvSpPr/>
          <p:nvPr/>
        </p:nvSpPr>
        <p:spPr>
          <a:xfrm>
            <a:off x="4437929" y="32480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2d8533fe21_0_59"/>
          <p:cNvSpPr/>
          <p:nvPr/>
        </p:nvSpPr>
        <p:spPr>
          <a:xfrm>
            <a:off x="5621545" y="32480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2d8533fe21_0_59"/>
          <p:cNvSpPr/>
          <p:nvPr/>
        </p:nvSpPr>
        <p:spPr>
          <a:xfrm>
            <a:off x="6813325" y="32480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2d8533fe21_0_59"/>
          <p:cNvSpPr/>
          <p:nvPr/>
        </p:nvSpPr>
        <p:spPr>
          <a:xfrm>
            <a:off x="7988778" y="32480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2d8533fe21_0_59"/>
          <p:cNvSpPr/>
          <p:nvPr/>
        </p:nvSpPr>
        <p:spPr>
          <a:xfrm>
            <a:off x="9237698" y="32480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4749" y="33908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£{Meta_FSKU_Revenue}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£{Meta_FSKU_ROAS}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£{Meta_FSKU_ROI} ROI</a:t>
            </a:r>
          </a:p>
        </p:txBody>
      </p:sp>
      <p:sp>
        <p:nvSpPr>
          <p:cNvPr id="675" name="Google Shape;675;g32d8533fe21_0_59"/>
          <p:cNvSpPr/>
          <p:nvPr/>
        </p:nvSpPr>
        <p:spPr>
          <a:xfrm>
            <a:off x="10525351" y="32480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686275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5394" y="46862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89010" y="46862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3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72628" y="46862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{Pin_CTR}%</a:t>
            </a:r>
            <a:endParaRPr lang="en-US"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56245" y="46862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39863" y="46862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923480" y="46862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107096" y="4686274"/>
            <a:ext cx="1165200" cy="1116625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£{pin_brand_revenue}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4" name="Google Shape;684;g32d8533fe21_0_59"/>
          <p:cNvSpPr/>
          <p:nvPr/>
        </p:nvSpPr>
        <p:spPr>
          <a:xfrm>
            <a:off x="3183846" y="4543400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2d8533fe21_0_59"/>
          <p:cNvSpPr/>
          <p:nvPr/>
        </p:nvSpPr>
        <p:spPr>
          <a:xfrm>
            <a:off x="2070696" y="45434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2d8533fe21_0_59"/>
          <p:cNvSpPr/>
          <p:nvPr/>
        </p:nvSpPr>
        <p:spPr>
          <a:xfrm>
            <a:off x="4437929" y="45434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2d8533fe21_0_59"/>
          <p:cNvSpPr/>
          <p:nvPr/>
        </p:nvSpPr>
        <p:spPr>
          <a:xfrm>
            <a:off x="5621545" y="45434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2d8533fe21_0_59"/>
          <p:cNvSpPr/>
          <p:nvPr/>
        </p:nvSpPr>
        <p:spPr>
          <a:xfrm>
            <a:off x="6813325" y="45434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2d8533fe21_0_59"/>
          <p:cNvSpPr/>
          <p:nvPr/>
        </p:nvSpPr>
        <p:spPr>
          <a:xfrm>
            <a:off x="7988778" y="45434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2d8533fe21_0_59"/>
          <p:cNvSpPr/>
          <p:nvPr/>
        </p:nvSpPr>
        <p:spPr>
          <a:xfrm>
            <a:off x="9237698" y="45434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4749" y="46862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 Revenue}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 ROAS}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 ROI}</a:t>
            </a:r>
          </a:p>
        </p:txBody>
      </p:sp>
      <p:sp>
        <p:nvSpPr>
          <p:cNvPr id="692" name="Google Shape;692;g32d8533fe21_0_59"/>
          <p:cNvSpPr/>
          <p:nvPr/>
        </p:nvSpPr>
        <p:spPr>
          <a:xfrm>
            <a:off x="10525351" y="4543400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557975" y="5802900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39cd19c857_1_477"/>
          <p:cNvSpPr txBox="1">
            <a:spLocks noGrp="1"/>
          </p:cNvSpPr>
          <p:nvPr>
            <p:ph type="title"/>
          </p:nvPr>
        </p:nvSpPr>
        <p:spPr>
          <a:xfrm>
            <a:off x="936900" y="529825"/>
            <a:ext cx="10585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{online and instore comparison}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9" name="Google Shape;699;g339cd19c857_1_477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700" name="Google Shape;700;g339cd19c857_1_477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aphicFrame>
        <p:nvGraphicFramePr>
          <p:cNvPr id="701" name="Google Shape;701;g339cd19c857_1_477"/>
          <p:cNvGraphicFramePr/>
          <p:nvPr>
            <p:extLst>
              <p:ext uri="{D42A27DB-BD31-4B8C-83A1-F6EECF244321}">
                <p14:modId xmlns:p14="http://schemas.microsoft.com/office/powerpoint/2010/main" val="332700583"/>
              </p:ext>
            </p:extLst>
          </p:nvPr>
        </p:nvGraphicFramePr>
        <p:xfrm>
          <a:off x="1733780" y="2010587"/>
          <a:ext cx="7582800" cy="4253700"/>
        </p:xfrm>
        <a:graphic>
          <a:graphicData uri="http://schemas.openxmlformats.org/drawingml/2006/table">
            <a:tbl>
              <a:tblPr>
                <a:noFill/>
                <a:tableStyleId>{E9F13819-0FB3-4FF0-865E-20A2FF3AEDF7}</a:tableStyleId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Metrics 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Total </a:t>
                      </a:r>
                      <a:r>
                        <a:rPr lang="en-US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Issey Miyake</a:t>
                      </a:r>
                      <a:endParaRPr sz="1400" b="1" u="none" strike="noStrike" cap="non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Gross Spend</a:t>
                      </a:r>
                      <a:endParaRPr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{Gross_Spend}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£{Brand Revenue}</a:t>
                      </a:r>
                      <a:endParaRPr sz="1400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ROAS</a:t>
                      </a:r>
                      <a:endParaRPr sz="1400" b="1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£{Brand ROAS}</a:t>
                      </a:r>
                      <a:endParaRPr sz="14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ROI</a:t>
                      </a:r>
                      <a:endParaRPr sz="1400" b="1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£{Brand ROI}</a:t>
                      </a:r>
                      <a:endParaRPr sz="14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£{Online_rev}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£{Instore_rev}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{perc_online_sales}%</a:t>
                      </a:r>
                      <a:endParaRPr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{perc_instore_sales}%</a:t>
                      </a:r>
                      <a:endParaRPr lang="en-US"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02" name="Google Shape;702;g339cd19c857_1_477"/>
          <p:cNvSpPr/>
          <p:nvPr/>
        </p:nvSpPr>
        <p:spPr>
          <a:xfrm>
            <a:off x="9477950" y="5314325"/>
            <a:ext cx="2265300" cy="886500"/>
          </a:xfrm>
          <a:prstGeom prst="roundRect">
            <a:avLst>
              <a:gd name="adj" fmla="val 6755"/>
            </a:avLst>
          </a:prstGeom>
          <a:solidFill>
            <a:srgbClr val="088B7F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 in premium </a:t>
            </a:r>
            <a:r>
              <a:rPr lang="en-US" sz="1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fragrance</a:t>
            </a:r>
            <a:r>
              <a:rPr lang="en-US" sz="1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category: </a:t>
            </a:r>
            <a:endParaRPr sz="11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Online: </a:t>
            </a: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47</a:t>
            </a:r>
            <a:r>
              <a:rPr lang="en-US" sz="11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110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Instore: </a:t>
            </a: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53</a:t>
            </a:r>
            <a:r>
              <a:rPr lang="en-US" sz="11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10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Audience Breakdown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8" name="Google Shape;708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39cd19c857_1_33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714" name="Google Shape;714;g339cd19c857_1_337"/>
          <p:cNvSpPr txBox="1">
            <a:spLocks noGrp="1"/>
          </p:cNvSpPr>
          <p:nvPr>
            <p:ph type="title"/>
          </p:nvPr>
        </p:nvSpPr>
        <p:spPr>
          <a:xfrm>
            <a:off x="676660" y="81966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715" name="Google Shape;715;g339cd19c857_1_337"/>
          <p:cNvGraphicFramePr/>
          <p:nvPr>
            <p:extLst>
              <p:ext uri="{D42A27DB-BD31-4B8C-83A1-F6EECF244321}">
                <p14:modId xmlns:p14="http://schemas.microsoft.com/office/powerpoint/2010/main" val="2819556468"/>
              </p:ext>
            </p:extLst>
          </p:nvPr>
        </p:nvGraphicFramePr>
        <p:xfrm>
          <a:off x="140579" y="732315"/>
          <a:ext cx="11489850" cy="5134796"/>
        </p:xfrm>
        <a:graphic>
          <a:graphicData uri="http://schemas.openxmlformats.org/drawingml/2006/table">
            <a:tbl>
              <a:tblPr>
                <a:noFill/>
                <a:tableStyleId>{E9F13819-0FB3-4FF0-865E-20A2FF3AEDF7}</a:tableStyleId>
              </a:tblPr>
              <a:tblGrid>
                <a:gridCol w="26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9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9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Audience Segment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Net Spend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Impressions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Reach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Frequency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Clicks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CTR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Net CPM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Revenue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ROAS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{aud_1}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£{Net_spend_1}</a:t>
                      </a:r>
                      <a:endParaRPr sz="11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{Imp_1}</a:t>
                      </a:r>
                      <a:endParaRPr sz="11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{aud_2}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£{Net_spend_2}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{Imp_2}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{aud_3}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£{Net_spend_3}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{Imp_3}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{aud_4}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£{Net_spend_4}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{Imp_4}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{aud_5}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£{Net_spend_5}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{Imp_5}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{aud_6}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£{Net_spend_6}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{Imp_6}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{aud_7}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£{Net_spend_7}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{Imp_7}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{aud_8}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£{Net_spend_8}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{Imp_8}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{aud_9}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£{Net_spend_9}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{Imp_9}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{aud_10}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£{Net_spend_10}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{Imp_10}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{aud_11}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£{Net_spend_11}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{Imp_11}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{aud_12}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£{Net_spend_12}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{Imp_12}</a:t>
                      </a:r>
                    </a:p>
                  </a:txBody>
                  <a:tcPr marL="28575" marR="28575" marT="91425" marB="91425" anchor="ctr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{Reach_12}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3c9240afdf_0_62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722" name="Google Shape;722;g33c9240afdf_0_628"/>
          <p:cNvSpPr txBox="1"/>
          <p:nvPr/>
        </p:nvSpPr>
        <p:spPr>
          <a:xfrm>
            <a:off x="766775" y="2322850"/>
            <a:ext cx="5806200" cy="2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400" b="0" i="0" u="none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The campaign succeeded in driving both </a:t>
            </a:r>
            <a:r>
              <a:rPr lang="en-US" sz="3400" b="1" i="0" u="none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New-To-Brand (NTB)</a:t>
            </a:r>
            <a:r>
              <a:rPr lang="en-US" sz="3400" b="0" i="0" u="none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3400" b="1" i="0" u="none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New-To-Category (NTC)</a:t>
            </a:r>
            <a:r>
              <a:rPr lang="en-US" sz="3400" b="0" i="0" u="none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shoppers across our targeted audiences</a:t>
            </a:r>
            <a:endParaRPr sz="3400" b="0" i="0" u="none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3" name="Google Shape;723;g33c9240afdf_0_628"/>
          <p:cNvSpPr/>
          <p:nvPr/>
        </p:nvSpPr>
        <p:spPr>
          <a:xfrm>
            <a:off x="7769700" y="1326022"/>
            <a:ext cx="3340200" cy="2202600"/>
          </a:xfrm>
          <a:prstGeom prst="roundRect">
            <a:avLst>
              <a:gd name="adj" fmla="val 6755"/>
            </a:avLst>
          </a:prstGeom>
          <a:solidFill>
            <a:srgbClr val="088B7F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4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36</a:t>
            </a:r>
            <a:r>
              <a:rPr lang="en-US" sz="4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4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of </a:t>
            </a: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Issey Miyake</a:t>
            </a:r>
            <a:r>
              <a:rPr lang="en-US" sz="24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shoppers were</a:t>
            </a: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new to brand</a:t>
            </a:r>
            <a:endParaRPr sz="24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4" name="Google Shape;724;g33c9240afdf_0_628"/>
          <p:cNvSpPr/>
          <p:nvPr/>
        </p:nvSpPr>
        <p:spPr>
          <a:xfrm>
            <a:off x="7769698" y="3756874"/>
            <a:ext cx="3340200" cy="2202600"/>
          </a:xfrm>
          <a:prstGeom prst="roundRect">
            <a:avLst>
              <a:gd name="adj" fmla="val 6755"/>
            </a:avLst>
          </a:prstGeom>
          <a:solidFill>
            <a:srgbClr val="088B7F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4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lang="en-US" sz="4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4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of </a:t>
            </a: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Issey Miyake</a:t>
            </a:r>
            <a:r>
              <a:rPr lang="en-US" sz="24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shoppers were</a:t>
            </a: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new to category</a:t>
            </a:r>
            <a:endParaRPr sz="24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39cd19c857_1_323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731" name="Google Shape;731;g339cd19c857_1_323"/>
          <p:cNvGrpSpPr/>
          <p:nvPr/>
        </p:nvGrpSpPr>
        <p:grpSpPr>
          <a:xfrm>
            <a:off x="1214396" y="3023956"/>
            <a:ext cx="2044878" cy="2023564"/>
            <a:chOff x="5504000" y="3563425"/>
            <a:chExt cx="365725" cy="361900"/>
          </a:xfrm>
        </p:grpSpPr>
        <p:sp>
          <p:nvSpPr>
            <p:cNvPr id="732" name="Google Shape;732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8" name="Google Shape;738;g339cd19c857_1_323"/>
          <p:cNvSpPr txBox="1"/>
          <p:nvPr/>
        </p:nvSpPr>
        <p:spPr>
          <a:xfrm>
            <a:off x="4398050" y="2139450"/>
            <a:ext cx="7233600" cy="4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Current &amp; Lapsed Brand Shoppers</a:t>
            </a:r>
            <a:endParaRPr sz="12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{current brand shoppers' performance​}</a:t>
            </a:r>
            <a:endParaRPr sz="12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lang="en-US" sz="12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Acquisitional S</a:t>
            </a:r>
            <a:r>
              <a:rPr lang="en-US" sz="12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hoppers </a:t>
            </a:r>
            <a:endParaRPr sz="12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GB" sz="125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{acquisitional shoppers' performance​}</a:t>
            </a:r>
            <a:endParaRPr sz="125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endParaRPr sz="1250" b="0" i="0" u="none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Online purchase behavior </a:t>
            </a:r>
            <a:endParaRPr sz="12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GB" sz="1250" b="0" i="0" u="none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{online purchase behaviour​}</a:t>
            </a:r>
            <a:endParaRPr sz="1250" b="0" i="0" u="none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39cd19c857_1_323"/>
          <p:cNvSpPr txBox="1">
            <a:spLocks noGrp="1"/>
          </p:cNvSpPr>
          <p:nvPr>
            <p:ph type="title"/>
          </p:nvPr>
        </p:nvSpPr>
        <p:spPr>
          <a:xfrm>
            <a:off x="418925" y="379300"/>
            <a:ext cx="11405700" cy="42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100" dirty="0"/>
              <a:t>{overall audience performance} </a:t>
            </a:r>
            <a:endParaRPr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39d57e8f9a_0_265"/>
          <p:cNvSpPr txBox="1">
            <a:spLocks noGrp="1"/>
          </p:cNvSpPr>
          <p:nvPr>
            <p:ph type="title"/>
          </p:nvPr>
        </p:nvSpPr>
        <p:spPr>
          <a:xfrm>
            <a:off x="5784750" y="3736925"/>
            <a:ext cx="54864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Creative Analysis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39d57e8f9a_0_265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39cd19c857_1_48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752" name="Google Shape;752;g339cd19c857_1_484"/>
          <p:cNvSpPr txBox="1">
            <a:spLocks noGrp="1"/>
          </p:cNvSpPr>
          <p:nvPr>
            <p:ph type="title"/>
          </p:nvPr>
        </p:nvSpPr>
        <p:spPr>
          <a:xfrm>
            <a:off x="418929" y="442050"/>
            <a:ext cx="110208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100" b="1">
                <a:latin typeface="Poppins"/>
                <a:ea typeface="Poppins"/>
                <a:cs typeface="Poppins"/>
                <a:sym typeface="Poppins"/>
              </a:rPr>
              <a:t>Creatives </a:t>
            </a:r>
            <a:r>
              <a:rPr lang="en-US" sz="3100"/>
              <a:t>Analysis</a:t>
            </a:r>
            <a:endParaRPr sz="31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3" name="Google Shape;753;g339cd19c857_1_484"/>
          <p:cNvSpPr txBox="1"/>
          <p:nvPr/>
        </p:nvSpPr>
        <p:spPr>
          <a:xfrm>
            <a:off x="1129894" y="7300550"/>
            <a:ext cx="38820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4" name="Google Shape;754;g339cd19c857_1_484"/>
          <p:cNvSpPr txBox="1"/>
          <p:nvPr/>
        </p:nvSpPr>
        <p:spPr>
          <a:xfrm>
            <a:off x="469200" y="977000"/>
            <a:ext cx="111618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Therefore, there is limited creative learnings from this campaign.  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5" name="Google Shape;755;g339cd19c857_1_484"/>
          <p:cNvSpPr txBox="1"/>
          <p:nvPr/>
        </p:nvSpPr>
        <p:spPr>
          <a:xfrm>
            <a:off x="690475" y="2390025"/>
            <a:ext cx="5545500" cy="17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Recommendation for </a:t>
            </a:r>
            <a:r>
              <a:rPr lang="en-US" sz="1500"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future campaigns</a:t>
            </a:r>
            <a:r>
              <a:rPr lang="en-US" sz="1500" b="1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500" b="1" i="0" u="none" strike="noStrike" cap="none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</a:t>
            </a:r>
            <a:r>
              <a:rPr lang="en-US" sz="15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in future campaigns</a:t>
            </a:r>
            <a:r>
              <a:rPr lang="en-US" sz="15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, including video and statics for link ads, carousels and collection ads. </a:t>
            </a:r>
            <a:endParaRPr sz="15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For future NPD campaigns, we recommend supplying assets that highlight product benefits and USPs.</a:t>
            </a:r>
            <a:endParaRPr sz="15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5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6" name="Google Shape;756;g339cd19c857_1_484"/>
          <p:cNvSpPr txBox="1"/>
          <p:nvPr/>
        </p:nvSpPr>
        <p:spPr>
          <a:xfrm>
            <a:off x="10551842" y="5800155"/>
            <a:ext cx="67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SemiBold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Story ad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Light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9:16</a:t>
            </a:r>
            <a:endParaRPr sz="10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7" name="Google Shape;757;g339cd19c857_1_484"/>
          <p:cNvSpPr txBox="1"/>
          <p:nvPr/>
        </p:nvSpPr>
        <p:spPr>
          <a:xfrm>
            <a:off x="7917805" y="580015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SemiBold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In-feed ad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1:1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8" name="Google Shape;758;g339cd19c857_1_484"/>
          <p:cNvPicPr preferRelativeResize="0"/>
          <p:nvPr/>
        </p:nvPicPr>
        <p:blipFill rotWithShape="1">
          <a:blip r:embed="rId3">
            <a:alphaModFix/>
          </a:blip>
          <a:srcRect l="28656" t="8819" r="28745" b="8364"/>
          <a:stretch/>
        </p:blipFill>
        <p:spPr>
          <a:xfrm>
            <a:off x="7485600" y="1932250"/>
            <a:ext cx="1776399" cy="3845975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g339cd19c857_1_484"/>
          <p:cNvSpPr/>
          <p:nvPr/>
        </p:nvSpPr>
        <p:spPr>
          <a:xfrm>
            <a:off x="8057679" y="2050554"/>
            <a:ext cx="618300" cy="116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0" name="Google Shape;760;g339cd19c857_1_484"/>
          <p:cNvPicPr preferRelativeResize="0"/>
          <p:nvPr/>
        </p:nvPicPr>
        <p:blipFill rotWithShape="1">
          <a:blip r:embed="rId3">
            <a:alphaModFix/>
          </a:blip>
          <a:srcRect l="28656" t="8819" r="28745" b="8364"/>
          <a:stretch/>
        </p:blipFill>
        <p:spPr>
          <a:xfrm>
            <a:off x="9998652" y="1932816"/>
            <a:ext cx="1776399" cy="3845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g339cd19c857_1_484"/>
          <p:cNvSpPr/>
          <p:nvPr/>
        </p:nvSpPr>
        <p:spPr>
          <a:xfrm>
            <a:off x="8057679" y="2050554"/>
            <a:ext cx="618300" cy="116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39cd19c857_1_484"/>
          <p:cNvSpPr/>
          <p:nvPr/>
        </p:nvSpPr>
        <p:spPr>
          <a:xfrm>
            <a:off x="8057679" y="2050554"/>
            <a:ext cx="618300" cy="116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39cd19c857_1_484"/>
          <p:cNvSpPr/>
          <p:nvPr/>
        </p:nvSpPr>
        <p:spPr>
          <a:xfrm>
            <a:off x="8055026" y="2049613"/>
            <a:ext cx="618300" cy="116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g339cd19c857_1_4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1558" y="2027700"/>
            <a:ext cx="1563900" cy="3651900"/>
          </a:xfrm>
          <a:prstGeom prst="roundRect">
            <a:avLst>
              <a:gd name="adj" fmla="val 13814"/>
            </a:avLst>
          </a:prstGeom>
          <a:noFill/>
          <a:ln>
            <a:noFill/>
          </a:ln>
        </p:spPr>
      </p:pic>
      <p:sp>
        <p:nvSpPr>
          <p:cNvPr id="765" name="Google Shape;765;g339cd19c857_1_484"/>
          <p:cNvSpPr/>
          <p:nvPr/>
        </p:nvSpPr>
        <p:spPr>
          <a:xfrm>
            <a:off x="10686388" y="2049613"/>
            <a:ext cx="618300" cy="116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6" name="Google Shape;766;g339cd19c857_1_48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24453" y="2027700"/>
            <a:ext cx="1563900" cy="3630000"/>
          </a:xfrm>
          <a:prstGeom prst="roundRect">
            <a:avLst>
              <a:gd name="adj" fmla="val 11727"/>
            </a:avLst>
          </a:prstGeom>
          <a:noFill/>
          <a:ln>
            <a:noFill/>
          </a:ln>
        </p:spPr>
      </p:pic>
      <p:pic>
        <p:nvPicPr>
          <p:cNvPr id="767" name="Google Shape;767;g339cd19c857_1_484"/>
          <p:cNvPicPr preferRelativeResize="0"/>
          <p:nvPr/>
        </p:nvPicPr>
        <p:blipFill rotWithShape="1">
          <a:blip r:embed="rId6">
            <a:alphaModFix/>
          </a:blip>
          <a:srcRect b="14871"/>
          <a:stretch/>
        </p:blipFill>
        <p:spPr>
          <a:xfrm>
            <a:off x="7611558" y="2726727"/>
            <a:ext cx="1563761" cy="266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g339cd19c857_1_48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21169" y="2256007"/>
            <a:ext cx="1573373" cy="3019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optimise the campaign at creative level. </a:t>
            </a: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behaviour, who showed interest in browsing products, but not yet converting, proven by strong  CTR. </a:t>
            </a: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39d57e8f9a_0_284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58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Appendix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39cd19c857_1_49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715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Meta Campaign Performance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9" name="Google Shape;799;g339cd19c857_1_498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{meta_est_CTR}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{meta_ctr}%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1401036599"/>
              </p:ext>
            </p:extLst>
          </p:nvPr>
        </p:nvGraphicFramePr>
        <p:xfrm>
          <a:off x="2304605" y="1954862"/>
          <a:ext cx="7582800" cy="4736250"/>
        </p:xfrm>
        <a:graphic>
          <a:graphicData uri="http://schemas.openxmlformats.org/drawingml/2006/table">
            <a:tbl>
              <a:tblPr>
                <a:noFill/>
                <a:tableStyleId>{E9F13819-0FB3-4FF0-865E-20A2FF3AEDF7}</a:tableStyleId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Metrics 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Total </a:t>
                      </a:r>
                      <a:r>
                        <a:rPr lang="en-US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Issey Miyake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Gross Spend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ROAS</a:t>
                      </a:r>
                      <a:endParaRPr sz="1400" b="1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£{Meta_Brand_ROAS}</a:t>
                      </a:r>
                      <a:endParaRPr sz="1400" b="1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ROI</a:t>
                      </a:r>
                      <a:endParaRPr sz="1400" b="1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£{Meta_Brand_ROI}</a:t>
                      </a:r>
                      <a:endParaRPr sz="1400" b="1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£{Meta_brand_online_revenue}</a:t>
                      </a:r>
                      <a:endParaRPr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£{Meta_brand_instore_revenue}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brand_online_perc_sales_meta</a:t>
                      </a: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}%</a:t>
                      </a:r>
                      <a:endParaRPr lang="en-US"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brand_instore_perc_sales_meta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}%</a:t>
                      </a:r>
                      <a:endParaRPr lang="en-US"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364616363"/>
              </p:ext>
            </p:extLst>
          </p:nvPr>
        </p:nvGraphicFramePr>
        <p:xfrm>
          <a:off x="2304605" y="1954862"/>
          <a:ext cx="7582800" cy="4522890"/>
        </p:xfrm>
        <a:graphic>
          <a:graphicData uri="http://schemas.openxmlformats.org/drawingml/2006/table">
            <a:tbl>
              <a:tblPr>
                <a:noFill/>
                <a:tableStyleId>{E9F13819-0FB3-4FF0-865E-20A2FF3AEDF7}</a:tableStyleId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Metrics 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Total </a:t>
                      </a:r>
                      <a:r>
                        <a:rPr lang="en-US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Issey Miyake</a:t>
                      </a: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FSKUs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Gross Spend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FSKU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£{Meta_FSKU_Revenue}</a:t>
                      </a:r>
                      <a:endParaRPr lang="en-US" sz="1400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FSKU ROAS</a:t>
                      </a:r>
                      <a:endParaRPr sz="1400" b="1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£{Meta_FSKU_ROAS}</a:t>
                      </a:r>
                      <a:endParaRPr sz="1400" b="1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FSKU ROI</a:t>
                      </a:r>
                      <a:endParaRPr sz="1400" b="1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£{Meta_FSKU_ROI}</a:t>
                      </a:r>
                      <a:endParaRPr sz="1400" b="1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FSKU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£{FSKU_online_revenue_meta}</a:t>
                      </a:r>
                      <a:endParaRPr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FSKU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£{FSKU_instore_revenue_meta}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FSKU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Poppins"/>
                          <a:cs typeface="Arial"/>
                          <a:sym typeface="Arial"/>
                        </a:rPr>
                        <a:t>FSKU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_online_perc_sales_meta</a:t>
                      </a: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}%</a:t>
                      </a:r>
                      <a:endParaRPr lang="en-US"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FSKU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Poppins"/>
                          <a:cs typeface="Arial"/>
                          <a:sym typeface="Arial"/>
                        </a:rPr>
                        <a:t>FSKU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_instore_perc_sales_meta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}%</a:t>
                      </a:r>
                      <a:endParaRPr lang="en-US"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9" name="Google Shape;859;g32d8533fe21_0_51"/>
          <p:cNvSpPr txBox="1"/>
          <p:nvPr/>
        </p:nvSpPr>
        <p:spPr>
          <a:xfrm>
            <a:off x="182725" y="6477752"/>
            <a:ext cx="11055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*Featured product: Le Sel 50ml &amp; Le Sel 100ml</a:t>
            </a:r>
            <a:endParaRPr sz="1200" b="0" i="1" u="none" strike="noStrike" cap="none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343022658"/>
              </p:ext>
            </p:extLst>
          </p:nvPr>
        </p:nvGraphicFramePr>
        <p:xfrm>
          <a:off x="229155" y="1050556"/>
          <a:ext cx="11296850" cy="5408411"/>
        </p:xfrm>
        <a:graphic>
          <a:graphicData uri="http://schemas.openxmlformats.org/drawingml/2006/table">
            <a:tbl>
              <a:tblPr>
                <a:noFill/>
                <a:tableStyleId>{E9F13819-0FB3-4FF0-865E-20A2FF3AEDF7}</a:tableStyleId>
              </a:tblPr>
              <a:tblGrid>
                <a:gridCol w="2016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97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9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Audience Segment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Net Spend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Impressions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Reach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Frequency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Clicks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CTR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Net CPM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Revenue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</a:t>
                      </a:r>
                      <a:r>
                        <a:rPr lang="en-US" sz="1100" b="1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£{m_ROAS_1}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£{m_ROAS_2}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£{m_ROAS_3}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£{m_ROAS_4}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£{m_ROAS_5}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£{m_ROAS_6}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£{m_ROAS_7}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£{m_ROAS_8}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£{m_ROAS_9}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£{m_ROAS_10}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£{m_ROAS_11}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£{m_Net_spend_12}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£{m_NetCPM_12}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£{m_Revenue_12}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£{m_ROAS_12}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39cd19c857_1_639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586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Pinterest Campaign Performance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3" name="Google Shape;873;g339cd19c857_1_639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3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{pin_est_CTR}%</a:t>
            </a:r>
            <a:endParaRPr sz="13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{Pin_CTR}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0"/>
          <p:cNvSpPr txBox="1">
            <a:spLocks noGrp="1"/>
          </p:cNvSpPr>
          <p:nvPr>
            <p:ph type="title"/>
          </p:nvPr>
        </p:nvSpPr>
        <p:spPr>
          <a:xfrm>
            <a:off x="936901" y="620725"/>
            <a:ext cx="89505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3" name="Google Shape;923;p20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924" name="Google Shape;924;p2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aphicFrame>
        <p:nvGraphicFramePr>
          <p:cNvPr id="925" name="Google Shape;925;p20"/>
          <p:cNvGraphicFramePr/>
          <p:nvPr>
            <p:extLst>
              <p:ext uri="{D42A27DB-BD31-4B8C-83A1-F6EECF244321}">
                <p14:modId xmlns:p14="http://schemas.microsoft.com/office/powerpoint/2010/main" val="1851297556"/>
              </p:ext>
            </p:extLst>
          </p:nvPr>
        </p:nvGraphicFramePr>
        <p:xfrm>
          <a:off x="2304605" y="1954862"/>
          <a:ext cx="7582800" cy="4522890"/>
        </p:xfrm>
        <a:graphic>
          <a:graphicData uri="http://schemas.openxmlformats.org/drawingml/2006/table">
            <a:tbl>
              <a:tblPr>
                <a:noFill/>
                <a:tableStyleId>{E9F13819-0FB3-4FF0-865E-20A2FF3AEDF7}</a:tableStyleId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Metrics 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Drunk Elephant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Gross Spend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SzPts val="2200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rgbClr val="12121A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£{pin_brand_revenue}</a:t>
                      </a:r>
                      <a:endParaRPr kumimoji="0" lang="en-GB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2121A"/>
                        </a:solidFill>
                        <a:effectLst/>
                        <a:uLnTx/>
                        <a:uFillTx/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ROAS</a:t>
                      </a:r>
                      <a:endParaRPr sz="1400" b="1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£{pin_brand_ROS}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kumimoji="0" lang="en-GB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2121A"/>
                        </a:solidFill>
                        <a:effectLst/>
                        <a:uLnTx/>
                        <a:uFillTx/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ROI</a:t>
                      </a:r>
                      <a:endParaRPr sz="1400" b="1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£{pin_brand_ROI}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rgbClr val="12121A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£{pin_brand_online_revenue}</a:t>
                      </a:r>
                      <a:endParaRPr kumimoji="0" lang="en-GB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2121A"/>
                        </a:solidFill>
                        <a:effectLst/>
                        <a:uLnTx/>
                        <a:uFillTx/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revenue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rgbClr val="12121A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£{pin_brand_instore_revenue}</a:t>
                      </a:r>
                      <a:endParaRPr kumimoji="0" lang="en-GB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2121A"/>
                        </a:solidFill>
                        <a:effectLst/>
                        <a:uLnTx/>
                        <a:uFillTx/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online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brand_online_perc_sales_pin</a:t>
                      </a: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}%</a:t>
                      </a:r>
                      <a:endParaRPr lang="en-US"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</a:t>
                      </a:r>
                      <a:r>
                        <a:rPr lang="en-US" sz="1400" b="1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instore</a:t>
                      </a:r>
                      <a:r>
                        <a:rPr lang="en-US" sz="1400" u="none" strike="noStrike" cap="none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% of sales</a:t>
                      </a:r>
                      <a:endParaRPr sz="1400" u="none" strike="noStrike" cap="none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</a:t>
                      </a:r>
                      <a:r>
                        <a:rPr lang="en-GB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brand_instore_perc_sales_pin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12121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}%</a:t>
                      </a:r>
                      <a:endParaRPr lang="en-US" sz="1400" u="none" strike="noStrike" cap="none" dirty="0">
                        <a:solidFill>
                          <a:srgbClr val="12121A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39cd19c857_1_824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931" name="Google Shape;931;g339cd19c857_1_824"/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932" name="Google Shape;932;g339cd19c857_1_8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72349"/>
              </p:ext>
            </p:extLst>
          </p:nvPr>
        </p:nvGraphicFramePr>
        <p:xfrm>
          <a:off x="351075" y="989264"/>
          <a:ext cx="11489850" cy="5391220"/>
        </p:xfrm>
        <a:graphic>
          <a:graphicData uri="http://schemas.openxmlformats.org/drawingml/2006/table">
            <a:tbl>
              <a:tblPr>
                <a:noFill/>
                <a:tableStyleId>{E9F13819-0FB3-4FF0-865E-20A2FF3AEDF7}</a:tableStyleId>
              </a:tblPr>
              <a:tblGrid>
                <a:gridCol w="2635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4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483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Audience Segment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Net Spend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Impressions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Reach</a:t>
                      </a:r>
                      <a:endParaRPr sz="1100" b="1" u="none" strike="noStrike" cap="none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Frequency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Clicks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CTR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Net CPM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Revenue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Brand RO</a:t>
                      </a:r>
                      <a:r>
                        <a:rPr lang="en-US" sz="1100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</a:t>
                      </a:r>
                      <a:endParaRPr sz="1100" b="1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£{p_ROI_1}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£{p_ROI_2}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£{p_ROI_3}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£{p_ROI_4}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£{p_ROI_5}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£{p_ROI_6}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£{p_ROI_7}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£{p_ROI_8}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£{p_ROI_9}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£{p_ROI_10}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£{p_ROI_11}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53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£{p_Net_spend_12}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£{p_NetCPM_12}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£{p_ROI_12}</a:t>
                      </a:r>
                    </a:p>
                  </a:txBody>
                  <a:tcPr marL="9525" marR="9525" marT="9525" marB="0" anchor="b">
                    <a:lnL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7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imple Light">
  <a:themeElements>
    <a:clrScheme name="Simple Light">
      <a:dk1>
        <a:srgbClr val="201D5C"/>
      </a:dk1>
      <a:lt1>
        <a:srgbClr val="FFFFFF"/>
      </a:lt1>
      <a:dk2>
        <a:srgbClr val="595959"/>
      </a:dk2>
      <a:lt2>
        <a:srgbClr val="EEEEEE"/>
      </a:lt2>
      <a:accent1>
        <a:srgbClr val="0066B2"/>
      </a:accent1>
      <a:accent2>
        <a:srgbClr val="B12A7D"/>
      </a:accent2>
      <a:accent3>
        <a:srgbClr val="201D5C"/>
      </a:accent3>
      <a:accent4>
        <a:srgbClr val="06A796"/>
      </a:accent4>
      <a:accent5>
        <a:srgbClr val="D18554"/>
      </a:accent5>
      <a:accent6>
        <a:srgbClr val="CFCFCF"/>
      </a:accent6>
      <a:hlink>
        <a:srgbClr val="201D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35671</TotalTime>
  <Words>4194</Words>
  <Application>Microsoft Macintosh PowerPoint</Application>
  <PresentationFormat>Widescreen</PresentationFormat>
  <Paragraphs>830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Poppins Light</vt:lpstr>
      <vt:lpstr>Calibri</vt:lpstr>
      <vt:lpstr>Poppins</vt:lpstr>
      <vt:lpstr>Montserrat Light</vt:lpstr>
      <vt:lpstr>Montserrat ExtraLight</vt:lpstr>
      <vt:lpstr>Montserrat</vt:lpstr>
      <vt:lpstr>Arial</vt:lpstr>
      <vt:lpstr>Poppins Medium</vt:lpstr>
      <vt:lpstr>Poppins SemiBold</vt:lpstr>
      <vt:lpstr>Montserrat SemiBold</vt:lpstr>
      <vt:lpstr>1_Simple Light</vt:lpstr>
      <vt:lpstr>{Brand Name}</vt:lpstr>
      <vt:lpstr>01</vt:lpstr>
      <vt:lpstr>Campaign Brief Summary</vt:lpstr>
      <vt:lpstr>Campaign Summary</vt:lpstr>
      <vt:lpstr>PowerPoint Presentation</vt:lpstr>
      <vt:lpstr>Post Campaign Report</vt:lpstr>
      <vt:lpstr>Overall Campaign Performance</vt:lpstr>
      <vt:lpstr>Total Campaign Summary</vt:lpstr>
      <vt:lpstr>{unique and estimated values}</vt:lpstr>
      <vt:lpstr>{channel_commentary}</vt:lpstr>
      <vt:lpstr>{online and instore comparison}</vt:lpstr>
      <vt:lpstr>Audience Breakdown</vt:lpstr>
      <vt:lpstr>Audience Performance breakdown</vt:lpstr>
      <vt:lpstr>PowerPoint Presentation</vt:lpstr>
      <vt:lpstr>{overall audience performance} </vt:lpstr>
      <vt:lpstr>Creative Analysis</vt:lpstr>
      <vt:lpstr>Creatives Analysis</vt:lpstr>
      <vt:lpstr>Learnings &amp; recommendations for future activations</vt:lpstr>
      <vt:lpstr>Learnings &amp; considerations to take forward into future campaign planning | Targeting, Phasing &amp; Creative</vt:lpstr>
      <vt:lpstr>Appendix</vt:lpstr>
      <vt:lpstr>Meta Campaign Performance</vt:lpstr>
      <vt:lpstr>Meta Campaign Summary</vt:lpstr>
      <vt:lpstr>How many Brand sales did our Meta campaign drive?</vt:lpstr>
      <vt:lpstr>How many Featured product sales did our Meta campaign drive?</vt:lpstr>
      <vt:lpstr>Audience Performance breakdown</vt:lpstr>
      <vt:lpstr>Pinterest Campaign Performance</vt:lpstr>
      <vt:lpstr>Pinterest Campaign Summary</vt:lpstr>
      <vt:lpstr>How many Brand sales did our Pinterest campaign drive?</vt:lpstr>
      <vt:lpstr>Audience Performance breakdown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Barbara Rodrigues</dc:creator>
  <cp:lastModifiedBy>Funto Adeyemi</cp:lastModifiedBy>
  <cp:revision>79</cp:revision>
  <dcterms:modified xsi:type="dcterms:W3CDTF">2025-05-09T11:58:13Z</dcterms:modified>
</cp:coreProperties>
</file>