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0AD12-E4A9-B4AA-D4BA-B3F35AA26F90}"/>
              </a:ext>
            </a:extLst>
          </p:cNvPr>
          <p:cNvSpPr txBox="1"/>
          <p:nvPr/>
        </p:nvSpPr>
        <p:spPr>
          <a:xfrm>
            <a:off x="7972611" y="3178568"/>
            <a:ext cx="3430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{table_of_contents_picture}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